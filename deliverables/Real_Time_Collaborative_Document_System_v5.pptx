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2f0b12056c4462" /><Relationship Type="http://schemas.openxmlformats.org/officeDocument/2006/relationships/extended-properties" Target="/docProps/app.xml" Id="Rb4f67cf51c564923" /><Relationship Type="http://schemas.openxmlformats.org/officeDocument/2006/relationships/officeDocument" Target="/ppt/presentation.xml" Id="Re761e78a9b454f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519f800fe5494b"/>
  </p:sldMasterIdLst>
  <p:notesMasterIdLst>
    <p:notesMasterId xmlns:r="http://schemas.openxmlformats.org/officeDocument/2006/relationships" r:id="R712cf4130a1a4466"/>
  </p:notesMasterIdLst>
  <p:sldIdLst>
    <p:sldId xmlns:r="http://schemas.openxmlformats.org/officeDocument/2006/relationships" id="256" r:id="Rdb562eb373eb4341"/>
    <p:sldId xmlns:r="http://schemas.openxmlformats.org/officeDocument/2006/relationships" id="257" r:id="Rea8e6b1129a94b5e"/>
    <p:sldId xmlns:r="http://schemas.openxmlformats.org/officeDocument/2006/relationships" id="258" r:id="R75486695948d41cf"/>
    <p:sldId xmlns:r="http://schemas.openxmlformats.org/officeDocument/2006/relationships" id="259" r:id="R6cda5782673e4832"/>
    <p:sldId xmlns:r="http://schemas.openxmlformats.org/officeDocument/2006/relationships" id="260" r:id="Re5407ec691d04135"/>
    <p:sldId xmlns:r="http://schemas.openxmlformats.org/officeDocument/2006/relationships" id="261" r:id="R7473243ee0804c03"/>
    <p:sldId xmlns:r="http://schemas.openxmlformats.org/officeDocument/2006/relationships" id="262" r:id="Rdb265b73cc564334"/>
    <p:sldId xmlns:r="http://schemas.openxmlformats.org/officeDocument/2006/relationships" id="263" r:id="Rb54a88335df14f38"/>
    <p:sldId xmlns:r="http://schemas.openxmlformats.org/officeDocument/2006/relationships" id="264" r:id="Reb908c5303ef4547"/>
    <p:sldId xmlns:r="http://schemas.openxmlformats.org/officeDocument/2006/relationships" id="265" r:id="R0abe79b911af4836"/>
    <p:sldId xmlns:r="http://schemas.openxmlformats.org/officeDocument/2006/relationships" id="266" r:id="R7a00ac8ad46649c6"/>
    <p:sldId xmlns:r="http://schemas.openxmlformats.org/officeDocument/2006/relationships" id="267" r:id="R7ed5c0c0d7fe4375"/>
    <p:sldId xmlns:r="http://schemas.openxmlformats.org/officeDocument/2006/relationships" id="268" r:id="Refe6e1db90044e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375c6d73dd4207" /><Relationship Type="http://schemas.openxmlformats.org/officeDocument/2006/relationships/slideMaster" Target="/ppt/slideMasters/slideMaster1.xml" Id="Re0519f800fe5494b" /><Relationship Type="http://schemas.openxmlformats.org/officeDocument/2006/relationships/notesMaster" Target="/ppt/notesMasters/notesMaster1.xml" Id="R712cf4130a1a4466" /><Relationship Type="http://schemas.openxmlformats.org/officeDocument/2006/relationships/presProps" Target="/ppt/presProps.xml" Id="Raf29c4c6b9e54147" /><Relationship Type="http://schemas.openxmlformats.org/officeDocument/2006/relationships/tableStyles" Target="/ppt/tableStyles.xml" Id="R1e4ce8b61af34d2e" /><Relationship Type="http://schemas.openxmlformats.org/officeDocument/2006/relationships/slide" Target="/ppt/slides/slide1.xml" Id="Rdb562eb373eb4341" /><Relationship Type="http://schemas.openxmlformats.org/officeDocument/2006/relationships/slide" Target="/ppt/slides/slide2.xml" Id="Rea8e6b1129a94b5e" /><Relationship Type="http://schemas.openxmlformats.org/officeDocument/2006/relationships/slide" Target="/ppt/slides/slide3.xml" Id="R75486695948d41cf" /><Relationship Type="http://schemas.openxmlformats.org/officeDocument/2006/relationships/slide" Target="/ppt/slides/slide4.xml" Id="R6cda5782673e4832" /><Relationship Type="http://schemas.openxmlformats.org/officeDocument/2006/relationships/slide" Target="/ppt/slides/slide5.xml" Id="Re5407ec691d04135" /><Relationship Type="http://schemas.openxmlformats.org/officeDocument/2006/relationships/slide" Target="/ppt/slides/slide6.xml" Id="R7473243ee0804c03" /><Relationship Type="http://schemas.openxmlformats.org/officeDocument/2006/relationships/slide" Target="/ppt/slides/slide7.xml" Id="Rdb265b73cc564334" /><Relationship Type="http://schemas.openxmlformats.org/officeDocument/2006/relationships/slide" Target="/ppt/slides/slide8.xml" Id="Rb54a88335df14f38" /><Relationship Type="http://schemas.openxmlformats.org/officeDocument/2006/relationships/slide" Target="/ppt/slides/slide9.xml" Id="Reb908c5303ef4547" /><Relationship Type="http://schemas.openxmlformats.org/officeDocument/2006/relationships/slide" Target="/ppt/slides/slide10.xml" Id="R0abe79b911af4836" /><Relationship Type="http://schemas.openxmlformats.org/officeDocument/2006/relationships/slide" Target="/ppt/slides/slide11.xml" Id="R7a00ac8ad46649c6" /><Relationship Type="http://schemas.openxmlformats.org/officeDocument/2006/relationships/slide" Target="/ppt/slides/slide12.xml" Id="R7ed5c0c0d7fe4375" /><Relationship Type="http://schemas.openxmlformats.org/officeDocument/2006/relationships/slide" Target="/ppt/slides/slide13.xml" Id="Refe6e1db90044e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020082bf074b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4935ca1c824f69" /><Relationship Type="http://schemas.openxmlformats.org/officeDocument/2006/relationships/notesMaster" Target="/ppt/notesMasters/notesMaster1.xml" Id="R2d7d7f3f009845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907c93a2454a8c" /><Relationship Type="http://schemas.openxmlformats.org/officeDocument/2006/relationships/notesMaster" Target="/ppt/notesMasters/notesMaster1.xml" Id="Rf308940fd6a04f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f9f387e0994766" /><Relationship Type="http://schemas.openxmlformats.org/officeDocument/2006/relationships/notesMaster" Target="/ppt/notesMasters/notesMaster1.xml" Id="R92f2a6dc8a184c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687fe28bbc42c5" /><Relationship Type="http://schemas.openxmlformats.org/officeDocument/2006/relationships/notesMaster" Target="/ppt/notesMasters/notesMaster1.xml" Id="R95fd50c954ef4e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28c428347f412c" /><Relationship Type="http://schemas.openxmlformats.org/officeDocument/2006/relationships/notesMaster" Target="/ppt/notesMasters/notesMaster1.xml" Id="Raf554aa4539f49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396a5632454746" /><Relationship Type="http://schemas.openxmlformats.org/officeDocument/2006/relationships/notesMaster" Target="/ppt/notesMasters/notesMaster1.xml" Id="Rbf7d1603f5544f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049c3f29b4aa6" /><Relationship Type="http://schemas.openxmlformats.org/officeDocument/2006/relationships/notesMaster" Target="/ppt/notesMasters/notesMaster1.xml" Id="R72d0dd64fba142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45477b758742fb" /><Relationship Type="http://schemas.openxmlformats.org/officeDocument/2006/relationships/notesMaster" Target="/ppt/notesMasters/notesMaster1.xml" Id="R95268989fa584b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c2a38707134d02" /><Relationship Type="http://schemas.openxmlformats.org/officeDocument/2006/relationships/notesMaster" Target="/ppt/notesMasters/notesMaster1.xml" Id="Re0bf94d84a2942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72dfddc19243d8" /><Relationship Type="http://schemas.openxmlformats.org/officeDocument/2006/relationships/notesMaster" Target="/ppt/notesMasters/notesMaster1.xml" Id="R4048754a690648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c1d6a8f230404e" /><Relationship Type="http://schemas.openxmlformats.org/officeDocument/2006/relationships/notesMaster" Target="/ppt/notesMasters/notesMaster1.xml" Id="R0f26fcfe56884d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cf0a2455224bc9" /><Relationship Type="http://schemas.openxmlformats.org/officeDocument/2006/relationships/notesMaster" Target="/ppt/notesMasters/notesMaster1.xml" Id="R9fd679d407c740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52aab133214132" /><Relationship Type="http://schemas.openxmlformats.org/officeDocument/2006/relationships/notesMaster" Target="/ppt/notesMasters/notesMaster1.xml" Id="R369273bed5ea40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e612dc21b548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c371b54df43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9e06aa6a949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2f1152df04b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a8c6a65ac42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ac0ceb13c4d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209364-8528-4FD7-B5F2-C74C08C80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5FA85F-DA76-4E25-9974-0FAD79C1FB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3C48FA-2F52-4F01-9894-C411550674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E237C6-7A71-4326-BBD7-3A659077A6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2EB4F3-5625-40E1-BEB0-3C837B163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A2AA71-027E-43B3-9BFC-66EB1A440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B40FBB-7AC9-49B1-9C65-DB7856D6CF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BDBB92-6929-4511-8A56-A7FC576DB0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0E4231-AB94-426F-9E32-B41799EC5B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C41EF5-B6A2-404A-AD87-62F38259B6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1725698bb6472d" /><Relationship Type="http://schemas.openxmlformats.org/officeDocument/2006/relationships/slideLayout" Target="/ppt/slideLayouts/slideLayout1.xml" Id="R903492ff898f4f1f" /><Relationship Type="http://schemas.openxmlformats.org/officeDocument/2006/relationships/slideLayout" Target="/ppt/slideLayouts/slideLayout2.xml" Id="Rc87d361204e145f5" /><Relationship Type="http://schemas.openxmlformats.org/officeDocument/2006/relationships/slideLayout" Target="/ppt/slideLayouts/slideLayout3.xml" Id="Rac5fb1bf5fe248b2" /><Relationship Type="http://schemas.openxmlformats.org/officeDocument/2006/relationships/slideLayout" Target="/ppt/slideLayouts/slideLayout4.xml" Id="R20447e6b335c4808" /><Relationship Type="http://schemas.openxmlformats.org/officeDocument/2006/relationships/slideLayout" Target="/ppt/slideLayouts/slideLayout5.xml" Id="Rfac45052078f4d5a" /><Relationship Type="http://schemas.openxmlformats.org/officeDocument/2006/relationships/slideLayout" Target="/ppt/slideLayouts/slideLayout6.xml" Id="R0ae5be668e0f4a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3492ff898f4f1f"/>
    <p:sldLayoutId xmlns:r="http://schemas.openxmlformats.org/officeDocument/2006/relationships" id="2147483650" r:id="Rc87d361204e145f5"/>
    <p:sldLayoutId xmlns:r="http://schemas.openxmlformats.org/officeDocument/2006/relationships" id="2147483651" r:id="Rac5fb1bf5fe248b2"/>
    <p:sldLayoutId xmlns:r="http://schemas.openxmlformats.org/officeDocument/2006/relationships" id="2147483652" r:id="R20447e6b335c4808"/>
    <p:sldLayoutId xmlns:r="http://schemas.openxmlformats.org/officeDocument/2006/relationships" id="2147483653" r:id="Rfac45052078f4d5a"/>
    <p:sldLayoutId xmlns:r="http://schemas.openxmlformats.org/officeDocument/2006/relationships" id="2147483654" r:id="R0ae5be668e0f4a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f9e7cd11294832" /><Relationship Type="http://schemas.openxmlformats.org/officeDocument/2006/relationships/notesSlide" Target="/ppt/notesSlides/notesSlide1.xml" Id="Rb82203cdea5a42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082a9212234a64" /><Relationship Type="http://schemas.openxmlformats.org/officeDocument/2006/relationships/notesSlide" Target="/ppt/notesSlides/notesSlide2.xml" Id="R084fdd95fa5d4f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85a5011b60420f" /><Relationship Type="http://schemas.openxmlformats.org/officeDocument/2006/relationships/notesSlide" Target="/ppt/notesSlides/notesSlide3.xml" Id="Rabd30186ea0e41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ab9490cd54c28" /><Relationship Type="http://schemas.openxmlformats.org/officeDocument/2006/relationships/notesSlide" Target="/ppt/notesSlides/notesSlide4.xml" Id="Re87df39fadaa4a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cee96dd02c4f3d" /><Relationship Type="http://schemas.openxmlformats.org/officeDocument/2006/relationships/notesSlide" Target="/ppt/notesSlides/notesSlide5.xml" Id="R354e06f51d0548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039ac94ba46ca" /><Relationship Type="http://schemas.openxmlformats.org/officeDocument/2006/relationships/notesSlide" Target="/ppt/notesSlides/notesSlide6.xml" Id="R5a429426f5414a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c6a9e5e75401f" /><Relationship Type="http://schemas.openxmlformats.org/officeDocument/2006/relationships/notesSlide" Target="/ppt/notesSlides/notesSlide7.xml" Id="Ra3e752a9811f41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0dac438ab4960" /><Relationship Type="http://schemas.openxmlformats.org/officeDocument/2006/relationships/notesSlide" Target="/ppt/notesSlides/notesSlide8.xml" Id="R03633e79a64b4c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2dd734b854fc1" /><Relationship Type="http://schemas.openxmlformats.org/officeDocument/2006/relationships/notesSlide" Target="/ppt/notesSlides/notesSlide9.xml" Id="Rb44f672e61fa48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59365e0a341c1" /><Relationship Type="http://schemas.openxmlformats.org/officeDocument/2006/relationships/notesSlide" Target="/ppt/notesSlides/notesSlide10.xml" Id="Rba16b3da3af347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9914442dbb429a" /><Relationship Type="http://schemas.openxmlformats.org/officeDocument/2006/relationships/notesSlide" Target="/ppt/notesSlides/notesSlide11.xml" Id="R4aefb25538fd4b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9c60c27f748c3" /><Relationship Type="http://schemas.openxmlformats.org/officeDocument/2006/relationships/notesSlide" Target="/ppt/notesSlides/notesSlide12.xml" Id="R1228f34c59ba4e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c7d5335fd45cf" /><Relationship Type="http://schemas.openxmlformats.org/officeDocument/2006/relationships/notesSlide" Target="/ppt/notesSlides/notesSlide13.xml" Id="Rd0e620e6faf341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B8B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8DB5F-016A-4DEA-9DE2-03ED70B5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057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Real-Time Collaborative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C4DF3-8439-4A15-801A-1BCB9C56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3" name="team-footer">
            <a:extLst xmlns:a="http://schemas.openxmlformats.org/drawingml/2006/main">
              <a:ext uri="{FF2B5EF4-FFF2-40B4-BE49-F238E27FC236}">
                <a16:creationId xmlns:a16="http://schemas.microsoft.com/office/drawing/2014/main" id="{37D7ED33-6FB1-4312-86A7-DA315462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2B523-9F10-4EBF-A941-17DDF415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Yusuf Shereef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Bhavesh Kumar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Madamshetty Pruthvi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Syed Mohammed Faizan</a:t>
            </a:r>
          </a:p>
        </p:txBody>
      </p:sp>
    </p:spTree>
    <p:extLst>
      <p:ext uri="{BB962C8B-B14F-4D97-AF65-F5344CB8AC3E}">
        <p14:creationId xmlns:p14="http://schemas.microsoft.com/office/powerpoint/2010/main" val="1907720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237548A-E1C2-420E-990D-675B5DC9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EAE2A-38B2-4D6D-8141-DBB94033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and project goal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E44A3AAB-35C9-4192-976E-48E7DAC7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879D8-EE25-4360-9960-D75A616F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26025-4930-4A86-A3A4-B9E1112B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E2D11-B797-4B2C-8603-CD4C3804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79EDA-344D-41B7-A152-D66DC1EE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two people edit a shared document, saving a whole new copy can replace someone else’s recent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43683-1C61-4C55-90A6-0BDA66EC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38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749D8-7E86-49BB-8696-C58C01B8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9725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browser based document system where edits travel as small operations, merge on the server, and appear for collaborators.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4166A-D264-4650-BFB0-4C1CC4E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38F0A-826E-4101-A5EB-77683705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86559-CC5E-474E-BA30-F04C96D9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Keep a shared document consistent while people edit at the same time, with saved history and role based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7BC66-0BA2-48CF-AC36-C70E94D1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project also demonstrates how a relational database supports users, workspaces, documents, edit history and permissions.</a:t>
            </a:r>
          </a:p>
        </p:txBody>
      </p:sp>
    </p:spTree>
    <p:extLst>
      <p:ext uri="{BB962C8B-B14F-4D97-AF65-F5344CB8AC3E}">
        <p14:creationId xmlns:p14="http://schemas.microsoft.com/office/powerpoint/2010/main" val="1033895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B461660-A6D9-445B-95A3-0A17E47B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1CC2B-EC90-4BAC-B6BF-D922EBF9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we built the project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EC5CE226-4F8E-4F32-A7A7-77F064EA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B1B70-922C-4FE3-A6E9-B2FBFE8C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BD2F1-D481-4A28-B38E-29B87281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5FC3D-5245-448A-91FB-C8F2B341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built the application in layers so each part has a clear job.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C456D-2CBE-4E36-A544-837D39A0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6EA72-C374-4D0F-BC43-66EB9E66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provide the document editor, formatting controls, channel pages and AI writing panel.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98899-6289-46D5-B5A6-05523F65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Application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1FC41-38B0-41F7-8CF1-21FF478D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Node.js and Express handle sign in, channels, permissions and saved document versions.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1909B-290B-4CB1-A713-55E25EBC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Live collaboration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D4C56-117A-4B6A-815C-8B26CDAE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Socket.IO carries edit operations and presence updates between people in the same document.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65B3B-2419-4FB9-AF3F-DCF17BD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9655E-3C70-4D88-BBE6-6217A855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Data and implementation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4E709-562B-41EF-8F29-A6D77FEF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7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1BA94-2477-4A00-9FC6-06BE9C51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accounts, memberships, documents, operation history and saved versions.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98C3E-5172-461B-8A8B-32B78D53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F2105-54B3-4338-9A33-AFA95463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48225"/>
            <a:ext cx="1014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character based CRDT was written for this project instead of using a ready made CRDT package.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A32D0-F457-4B21-9374-32BCC5C4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17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07859-3D77-4B3F-8DA2-0C20A87E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3877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team connected the editor to the API and socket events, then checked the CRDT behavior with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1574902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DC575C-D06E-47DF-A754-E198526357F7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6024563" y="2705100"/>
            <a:ext cx="71438" cy="2447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2C2648-A7E9-4612-AF7A-67C576DBEC33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10191750" y="2705100"/>
            <a:ext cx="481013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93F031-5DAD-444A-A1E2-D455AD0819FA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324975" y="21336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94D8B-2C75-409D-AA19-6E780BBFB766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00875" y="21336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A5920-AF7F-4C7D-8B35-901BF7ADF32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76775" y="21336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22A03-80AF-49F3-9015-3CDCFDB7190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52675" y="21336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sp>
        <p:nvSpPr>
          <p:cNvPr id="36" name="header-band">
            <a:extLst xmlns:a="http://schemas.openxmlformats.org/drawingml/2006/main">
              <a:ext uri="{FF2B5EF4-FFF2-40B4-BE49-F238E27FC236}">
                <a16:creationId xmlns:a16="http://schemas.microsoft.com/office/drawing/2014/main" id="{BF986809-DB71-4D48-B108-F986493B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A5777-B9C9-406D-8E69-0CA3CBF8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workflow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E8CD9CBA-7096-4EFA-A199-692CAB47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5D86D-3A8E-400E-845B-6EAEB883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8DB04-0A0E-48E1-B537-8252AFD0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F9BF2-3DD9-46A6-9557-4C4606FF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2975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document edit is checked, merged, saved and sent back to everyone in that document.</a:t>
            </a:r>
          </a:p>
        </p:txBody>
      </p:sp>
      <p:sp>
        <p:nvSpPr>
          <p:cNvPr id="7" name="Users">
            <a:extLst xmlns:a="http://schemas.openxmlformats.org/drawingml/2006/main">
              <a:ext uri="{FF2B5EF4-FFF2-40B4-BE49-F238E27FC236}">
                <a16:creationId xmlns:a16="http://schemas.microsoft.com/office/drawing/2014/main" id="{08C8962C-F0DE-451E-96FF-C5AF5588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76448-11F5-42E1-989C-1911001F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782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5ADA3-C5C8-4991-98DF-1AD83F40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1724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Sign in; open a channel and document</a:t>
            </a:r>
          </a:p>
        </p:txBody>
      </p:sp>
      <p:sp>
        <p:nvSpPr>
          <p:cNvPr id="10" name="React interface">
            <a:extLst xmlns:a="http://schemas.openxmlformats.org/drawingml/2006/main">
              <a:ext uri="{FF2B5EF4-FFF2-40B4-BE49-F238E27FC236}">
                <a16:creationId xmlns:a16="http://schemas.microsoft.com/office/drawing/2014/main" id="{6943A10D-4007-4991-8C17-5E594BC0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6C516-C402-4E80-9462-E9D5B40C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4782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B4C29-2229-4634-86E2-F7784B1B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71675"/>
            <a:ext cx="1724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Editor, formatting, channels and document actions</a:t>
            </a:r>
          </a:p>
        </p:txBody>
      </p:sp>
      <p:sp>
        <p:nvSpPr>
          <p:cNvPr id="13" name="Express + Socket.IO">
            <a:extLst xmlns:a="http://schemas.openxmlformats.org/drawingml/2006/main">
              <a:ext uri="{FF2B5EF4-FFF2-40B4-BE49-F238E27FC236}">
                <a16:creationId xmlns:a16="http://schemas.microsoft.com/office/drawing/2014/main" id="{6C95015D-968A-43C7-84CB-DDE79894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621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73C97-593A-4F03-B445-C6C6E857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4782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Express + Socket.IO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5E2D6-A91B-4AC0-99C4-D348670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71675"/>
            <a:ext cx="1724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REST access checks; live operation events</a:t>
            </a:r>
          </a:p>
        </p:txBody>
      </p:sp>
      <p:sp>
        <p:nvSpPr>
          <p:cNvPr id="16" name="TextCRDT">
            <a:extLst xmlns:a="http://schemas.openxmlformats.org/drawingml/2006/main">
              <a:ext uri="{FF2B5EF4-FFF2-40B4-BE49-F238E27FC236}">
                <a16:creationId xmlns:a16="http://schemas.microsoft.com/office/drawing/2014/main" id="{6558E39C-158A-4937-A9E2-18218525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621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BC407-66C6-4879-B901-6B187AB2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4782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TextCRDT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310A7-5F8C-47F9-A2A1-3F7C1AA0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71675"/>
            <a:ext cx="1724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Orders concurrent inserts and deletes</a:t>
            </a:r>
          </a:p>
        </p:txBody>
      </p:sp>
      <p:sp>
        <p:nvSpPr>
          <p:cNvPr id="19" name="PostgreSQL">
            <a:extLst xmlns:a="http://schemas.openxmlformats.org/drawingml/2006/main">
              <a:ext uri="{FF2B5EF4-FFF2-40B4-BE49-F238E27FC236}">
                <a16:creationId xmlns:a16="http://schemas.microsoft.com/office/drawing/2014/main" id="{E2D5C854-4E52-499C-B69C-F1B57C85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621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780D4-7739-4E67-9509-270B15A5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4782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A6C2A-7B1E-4B15-A691-FF5A5F3B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71675"/>
            <a:ext cx="1724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Documents, operations, users and versions</a:t>
            </a:r>
          </a:p>
        </p:txBody>
      </p:sp>
      <p:sp>
        <p:nvSpPr>
          <p:cNvPr id="26" name="Document management">
            <a:extLst xmlns:a="http://schemas.openxmlformats.org/drawingml/2006/main">
              <a:ext uri="{FF2B5EF4-FFF2-40B4-BE49-F238E27FC236}">
                <a16:creationId xmlns:a16="http://schemas.microsoft.com/office/drawing/2014/main" id="{B57EE93C-48D2-4759-A183-3034F8F3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19475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4CC8CB-388F-4CEB-9D3B-50A333CC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05200"/>
            <a:ext cx="800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Document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B6E38A-22CA-4F00-9C90-A19A4577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29050"/>
            <a:ext cx="7962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Channels and member roles  •  document loading  •  version history  •  preview and restore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F407BA-4D12-48D7-AF35-918CF566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 reads saved documents and versions; restore records the restored text as a new version.</a:t>
            </a:r>
          </a:p>
        </p:txBody>
      </p:sp>
      <p:sp>
        <p:nvSpPr>
          <p:cNvPr id="31" name="Shared result">
            <a:extLst xmlns:a="http://schemas.openxmlformats.org/drawingml/2006/main">
              <a:ext uri="{FF2B5EF4-FFF2-40B4-BE49-F238E27FC236}">
                <a16:creationId xmlns:a16="http://schemas.microsoft.com/office/drawing/2014/main" id="{A4E6CA60-7996-41FE-92D5-609EA4ED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53025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23AC69-F18A-4C1F-A8E1-DE3B1F4A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220C41-C7F8-4B11-B898-8B7983B2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62600"/>
            <a:ext cx="796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server accepts authorized edits, saves the updated state and broadcasts each operation to connected editors.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DBFCA4-62EC-4275-AC78-83B70256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67425"/>
            <a:ext cx="819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returned operation keeps collaborators’ document views in sync.</a:t>
            </a:r>
          </a:p>
        </p:txBody>
      </p:sp>
    </p:spTree>
    <p:extLst>
      <p:ext uri="{BB962C8B-B14F-4D97-AF65-F5344CB8AC3E}">
        <p14:creationId xmlns:p14="http://schemas.microsoft.com/office/powerpoint/2010/main" val="1030724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F62D6-7DE8-46C5-A2A4-3F4743DF07A7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2" idx="3"/>
          </p:cNvCxnSpPr>
          <p:nvPr/>
        </p:nvCxnSpPr>
        <p:spPr>
          <a:xfrm xmlns:a="http://schemas.openxmlformats.org/drawingml/2006/main">
            <a:off x="9444038" y="4391025"/>
            <a:ext cx="938213" cy="938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58D6E-5444-4122-8E9D-9E14C595C15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905625" y="3781425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D859C-B642-42B6-A21E-62DD502E7BA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38450" y="2209800"/>
            <a:ext cx="87630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F008D-78B6-44FB-AA88-3CC7FD7AE1B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38450" y="2100263"/>
            <a:ext cx="876300" cy="1095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sp>
        <p:nvSpPr>
          <p:cNvPr id="2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E08275E5-02C0-43B9-9E0C-88EE908B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4DCBC-8FC6-4770-B1A0-4854544A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and language tools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A85760A2-E099-4CE4-9A3C-F548A99E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7AE80-C0F1-4F0E-AF91-1F00D1B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A7B74-7E41-4184-AF63-07E50BB4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122E5-3735-4381-8E64-4E0F03AC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editor sends each request to the service that provides that feature.</a:t>
            </a:r>
          </a:p>
        </p:txBody>
      </p:sp>
      <p:sp>
        <p:nvSpPr>
          <p:cNvPr id="7" name="Editor request">
            <a:extLst xmlns:a="http://schemas.openxmlformats.org/drawingml/2006/main">
              <a:ext uri="{FF2B5EF4-FFF2-40B4-BE49-F238E27FC236}">
                <a16:creationId xmlns:a16="http://schemas.microsoft.com/office/drawing/2014/main" id="{840BA64F-E8A9-4C80-87FC-B26AA3EE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6E420-AA03-4ACF-A98F-71C258C6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Editor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22D7B-DDAE-412D-978D-905213C9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57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Grammar, similarity or an AI writing action</a:t>
            </a:r>
          </a:p>
        </p:txBody>
      </p:sp>
      <p:sp>
        <p:nvSpPr>
          <p:cNvPr id="10" name="Local services">
            <a:extLst xmlns:a="http://schemas.openxmlformats.org/drawingml/2006/main">
              <a:ext uri="{FF2B5EF4-FFF2-40B4-BE49-F238E27FC236}">
                <a16:creationId xmlns:a16="http://schemas.microsoft.com/office/drawing/2014/main" id="{96336266-B67F-4955-BA51-BE6E7812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09700"/>
            <a:ext cx="3190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947CE-C734-4F22-A030-18AEA04D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9542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Local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1BA56-C017-49FB-A41B-4B60D715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19275"/>
            <a:ext cx="29622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LanguageTool checks grammar; local TF-IDF corpus checks text similarity. If LanguageTool is unavailable, one Gemini grammar fallback is attempted with a cooldown.</a:t>
            </a:r>
          </a:p>
        </p:txBody>
      </p:sp>
      <p:sp>
        <p:nvSpPr>
          <p:cNvPr id="13" name="App server">
            <a:extLst xmlns:a="http://schemas.openxmlformats.org/drawingml/2006/main">
              <a:ext uri="{FF2B5EF4-FFF2-40B4-BE49-F238E27FC236}">
                <a16:creationId xmlns:a16="http://schemas.microsoft.com/office/drawing/2014/main" id="{7D48C9C3-F280-4202-9EE4-F67718B6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3190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9B58F-55D0-427C-9CAF-CA8E6C9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App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D6931-F9D0-43B3-AF97-E3927A9D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2962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Keeps GEMINI_API_KEY private; applies per-user rate limits</a:t>
            </a:r>
          </a:p>
        </p:txBody>
      </p:sp>
      <p:sp>
        <p:nvSpPr>
          <p:cNvPr id="16" name="Gemini API">
            <a:extLst xmlns:a="http://schemas.openxmlformats.org/drawingml/2006/main">
              <a:ext uri="{FF2B5EF4-FFF2-40B4-BE49-F238E27FC236}">
                <a16:creationId xmlns:a16="http://schemas.microsoft.com/office/drawing/2014/main" id="{4D17A20F-075F-4400-A04D-9E83FFC1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71825"/>
            <a:ext cx="3190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9C8AF-C7B5-4417-A7A0-14A9B9BB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575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47FB0-D49B-4D2E-8BC7-7677DB67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2962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Improve, paraphrase, summarize, translate and autocomplete</a:t>
            </a:r>
          </a:p>
        </p:txBody>
      </p:sp>
      <p:sp>
        <p:nvSpPr>
          <p:cNvPr id="22" name="When Gemini is unavailable">
            <a:extLst xmlns:a="http://schemas.openxmlformats.org/drawingml/2006/main">
              <a:ext uri="{FF2B5EF4-FFF2-40B4-BE49-F238E27FC236}">
                <a16:creationId xmlns:a16="http://schemas.microsoft.com/office/drawing/2014/main" id="{7DD9CE8D-171B-4CFE-9446-1DB0ACA3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ADA63-C316-4EF0-8CAF-DEF6FB96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14900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Gemini is unavailable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553C4-8803-43FC-9291-F78665FD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38750"/>
            <a:ext cx="834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Summary shows an extractive preview. Autocomplete returns no text. Paraphrase and translation show an unavailable message. There is no local generative LLM fallback in this build.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449F3-81D9-47F4-BEE2-644FB6D7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275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GitHub Pages can host the browser interface only. The API server, database and LanguageTool service must be hosted separately; configure LANGUAGETOOL_URL to reach that service.</a:t>
            </a:r>
          </a:p>
        </p:txBody>
      </p:sp>
    </p:spTree>
    <p:extLst>
      <p:ext uri="{BB962C8B-B14F-4D97-AF65-F5344CB8AC3E}">
        <p14:creationId xmlns:p14="http://schemas.microsoft.com/office/powerpoint/2010/main" val="1550673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C4622E0F-7AEB-450E-8B26-2A42A3D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230F9-C003-4E77-8AC3-5E5E01FE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687C6FCD-37F3-4066-939A-88E95396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69FD3-8960-4CC3-B5FA-E2536BA8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2C241-14CE-4A4F-A093-8966507D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BAC3A-F70D-48B1-8D8C-82C93660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PostgreSQL keeps the project’s records connected with foreign keys.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EB07C-BF72-4C2F-9BE2-25675D82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55FB6-2BA5-45EE-B1BE-191283AF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0F64B-D782-471E-B7BC-7B5784CC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049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Account identity and password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E95C4-C3B8-47F5-BDA4-F2901AD7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channels + channel_members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9DF52-E667-4A13-953C-1E258BAB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spaces and each member’s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1F7F3-1F26-4300-88FC-0011AD36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FF4D8-9279-4844-8EF2-8109AB0D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F9F9B-BA6E-4421-AFD5-5ED570F2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432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Current text, formatted content and CRDT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47EB8-32EF-4DFC-B172-885CD888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document_operations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63A26-B447-4DFB-95FD-C2E3EDE8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62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Accepted insert / delete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4258F-6358-41F8-BE65-82DF4C88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338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2869B-F45C-4FC3-82DA-B4DE1EBC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C7A78-8150-4825-B055-4BDED389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814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Manual snapshots with author and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213E0-788E-4D87-8B48-B8F80462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invitations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83986-BFA2-4C04-B9CE-11FA8F56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0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Pending or completed channel invitations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6C13D-58F4-46E8-9CD5-ACAA5A58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 channel has many members and documents. A document has many operations and versions.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874EE-243E-44E9-8E01-C2D1773D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schema uses unique constraints and indexes for memberships, operation IDs, document lists and version history.</a:t>
            </a:r>
          </a:p>
        </p:txBody>
      </p:sp>
    </p:spTree>
    <p:extLst>
      <p:ext uri="{BB962C8B-B14F-4D97-AF65-F5344CB8AC3E}">
        <p14:creationId xmlns:p14="http://schemas.microsoft.com/office/powerpoint/2010/main" val="18431509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36605DD-C987-4671-9408-5B71B6E6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D977E-9423-44D4-9796-A65CFCB7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simultaneous edits are reconciled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077E3D33-CAEC-4413-8B70-DEE008AF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5B720-972C-4378-B6E0-85FF1A91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30E8B-19C7-432D-BDB3-FA7AF40B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E3F03-BCD4-48B0-A1C3-977A0CDF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Each inserted character has an ID and a reference to the character before it. Deletes leave a tombstone.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01DE2-9A83-4B5A-9BC4-B3BEC099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Starting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72558-E7B0-47F1-B54D-08F03943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3AACA-E5E9-41EB-95A9-C1FE5561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Two people insert after A at nearly the same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89678-38B9-4186-B7BA-068D1DC0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57FCB-98FB-4CE9-B86E-52CAE5ED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1: insert X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user1:1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A0605-89BD-4B62-9763-5AF3DE02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51309-5F77-4AF8-B954-D731DC30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2: insert Y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user2:1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E4647-BC28-444C-B147-1753B4B7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Both replicas receive both operations. The CRDT sorts concurrent siblings by operation ID, so delivery order does not decide the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9732E-87B2-43F8-8A30-55EE7A9C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Shared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567FB-B5D0-4EDA-98F0-9EF2F20A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08DCF-1E86-493E-AE15-9D488FB5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deleted character stays internally as a tombstone so later operations can still refer to its ID.</a:t>
            </a:r>
          </a:p>
        </p:txBody>
      </p:sp>
    </p:spTree>
    <p:extLst>
      <p:ext uri="{BB962C8B-B14F-4D97-AF65-F5344CB8AC3E}">
        <p14:creationId xmlns:p14="http://schemas.microsoft.com/office/powerpoint/2010/main" val="1129087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77390E7-606C-43CC-B8FC-F59302EF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D2D24-5CFA-46FD-A1FA-7D77831C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a user can do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B7607878-AF41-4E09-9B14-F1594C65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C5406-68C3-45AC-9BE6-C955FBA2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87331-7200-44A0-B085-81DE2DE0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DF88A-AD69-446F-99C9-CDCF327C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Work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166DB-761B-4C1A-85C4-FC9B10BB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07EEB-EF0A-4A6B-84C0-5B62214F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Create channels and shared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6FD35-5E8F-4FF8-9CA7-A5A9225E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62529-260E-4766-BAB4-7A8FFE71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See who is in a 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6CB8E-B50C-47CC-8714-FEB6D97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7E72F-E2DB-4023-AE65-8854DAC3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live with other collaborators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4D5B8-1F66-455C-B396-87356942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D73FF-9EFC-4872-89AE-5D7AEB65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7EEE2-DA0A-4678-90E9-10C68ED9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Assign admin, editor or viewer 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C277D-242C-4746-B1BE-77965E05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5F8F6-50C5-4697-B92A-A5591CD7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permissions on the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8639D-4D14-45D8-834A-02A79221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7F1FB-EFEF-496E-9799-0598C855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Invite and manage channel members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79AF8-C0D8-4475-BB38-BC3480FC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documents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FA347-AA75-4738-9D9C-6AB7DC4F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E4490-789E-4249-8EBC-58B4C696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Format text in the editor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80B52-CC7E-47CA-9D3D-19F72EC4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1ED1F-CCA4-4967-9A2D-0640F6E8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preview versions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30EE2F-7C38-4606-878B-5368AA02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66CC1F-1BB1-4C20-883F-E5DA6DB8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Restore an earlier snapshot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7E27C-CC29-49A4-B739-6BA20701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DECD53-84D6-4668-A5A7-9D4C0C76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11E74-ACE2-4EAD-AC1C-D2D348B2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Viewers can read; admins and editors can make changes. The server enforces the same rule for API and socket actions.</a:t>
            </a:r>
          </a:p>
        </p:txBody>
      </p:sp>
    </p:spTree>
    <p:extLst>
      <p:ext uri="{BB962C8B-B14F-4D97-AF65-F5344CB8AC3E}">
        <p14:creationId xmlns:p14="http://schemas.microsoft.com/office/powerpoint/2010/main" val="2237286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ED81A16-BFF5-4170-B35B-4078E589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E85F4-3433-46C7-9D8D-9D7794E0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new, and how the method adapts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C5BBB112-BA71-48FD-A9EF-E53FDE6A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A7358-4CAF-4B79-B14D-1E25C45A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DCE04-DB77-4EA1-83F6-41DBF2B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90373-8D07-4CB4-85D1-D32FAC2C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main contribution is the way the project combines document management with a custom, inspectable collaboration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4A03B-4978-4527-8E56-4DF62C3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is new in this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E6DA0-04F2-4A28-A6BA-55FD2975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A3A53-4429-4504-B9B3-BE811636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Edits are represented as operations instead of replacing the whole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9CA8E-7D44-496B-A93E-B92C84BE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93B22-8495-44C1-973D-BE42B9C1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CRDT logic is small enough to inspect and explain in a DBMS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D4242-E6DE-4EFB-BED6-7BBA1106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9B6C4-14D4-48E1-9367-F90D04F5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290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history and manual versions make changes easier to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AA18C-A08C-4923-80D2-9EAC79BD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E3EFF-A037-424F-B2E1-23BD3A25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How it adapts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40362-EF85-4D28-A209-77A6157B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1DCBC-180F-4748-9AAA-57173F68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More collaborators join through document rooms and channel membership.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4CE6D-D815-41B6-8855-9F5F7BC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8495B-C92F-4669-B090-32F00AB5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New document features can use the existing API, role checks and tables.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794C0-A1DE-48A7-8742-09AE1A04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290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DD9AE-411A-4CA6-8262-E827CD7B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71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Future changes can add tables or modules without changing the core edit flow.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7D45A-8C52-4812-9539-F32213DF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1970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Current scope: one server keeps active CRDTs in memory; this project does not provide offline multi-server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780977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33001EB-6832-4FBF-B391-8D9EF45F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4AC5A-6EB8-46B5-91F4-259DB351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 evaluation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3831B7E5-7D0E-4B0A-A3D2-84AE9ACF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9C501-282A-49E8-B903-3E55AC0C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E4025-D56F-4EC5-87D8-3830BB7E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D0B62-F75D-4A73-915A-F99745A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checked correctness at the operation level and build readiness at the application level.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F69DF-18EC-4E6E-90BD-9C9F7766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1114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05386-2446-4F17-ADF6-F40D513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A60C9-BBEA-4DBC-BE49-0FE0DED3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verifies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92B49-4AC7-4411-BB62-24FA690C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45A5E-47F5-4924-838E-C87ACC7F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5740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A813D-E709-4F43-A4BD-D23EC2C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CRDT unit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98F89-E644-4DE9-A846-1D844845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Insert, delete, duplicate IDs, pending dependencies, deterministic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DB60D-CF40-4992-A083-EF0BDEC3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13 tests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E95DF-BB8B-4CCB-9CB2-4D4A7E2D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Frontend production 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B4B08-213B-45E2-B0F9-A88BF367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8607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compile the client bundle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CCA24-438B-48B8-B8C2-3EA4550E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8607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Build succeeds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14F34-1B69-41E9-81A2-93A5E311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7C338-A771-4D90-A9B9-4008F0C3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Two-user manual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D6D3D-E3E3-493F-A13F-BF63367D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one document twice and compare final text after edits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32D6F-A96D-4324-94BA-CFE9E431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3855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for live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C8002D-7C99-4DF3-9B33-DCF5560E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Role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51A8B-511B-412A-AC76-0EB9FFBA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9102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 cannot edit; editor/admin can modify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DBAE86-CE2F-4D9B-84C2-8113952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910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in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D588DF-04A8-4231-B8DF-190C989D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These checks support the project’s functional claims. They are not a load test or a production reliability study.</a:t>
            </a:r>
          </a:p>
        </p:txBody>
      </p:sp>
    </p:spTree>
    <p:extLst>
      <p:ext uri="{BB962C8B-B14F-4D97-AF65-F5344CB8AC3E}">
        <p14:creationId xmlns:p14="http://schemas.microsoft.com/office/powerpoint/2010/main" val="759865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E8BB474-0547-42A3-96C7-9C77CDF7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1DCB6-B55B-453C-A47F-8B4E6AD1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Utility to users and society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C4A5AE1C-F2FD-44D1-9F97-C2BE175F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0E2E5-1E68-4416-B60A-462F42D4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0457A-790C-45F7-BC32-DFF57D26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A64EF-1D8B-400E-A485-28BDCAFD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Practical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5D2FB-0E97-42C7-8A3B-D376A64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team can draft and review one shared document without sending files back and forth.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5A682-1472-483F-81CB-A906E49A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Learning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7062A-3F0B-45C0-8F22-8FEAD378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0225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Students can inspect how relational data, permissions, live events and conflict handling fit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B60D1-0463-4EEF-A84F-C5B33E77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76375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7ACEC-1E70-439A-8664-C67C5A7C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Sustainable development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777D8-6B64-4594-88E8-C9478659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B597A-8451-482A-BA0F-63C6FBC4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current system uses open source tools and a small database schema.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887DC-2BBE-46F0-A7D9-EAC42A79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D1987-02DD-49DC-83F7-25607CA0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15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modular API leaves room for comments, offline support or more document types.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A8860-F251-484E-A86F-FB487108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Limits to explain honestly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1E06B-4647-4493-A15F-79262594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D860A-00A2-4DE7-B4AF-9E8994A9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is educational and runs on one application server.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B1804-FEB0-4A0A-B837-9BAF0681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885E66-3C0C-4903-A6E3-BE3B6792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815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originality panel checks against a bundled local corpus; it is not web wide plagiarism detection.</a:t>
            </a:r>
          </a:p>
        </p:txBody>
      </p:sp>
    </p:spTree>
    <p:extLst>
      <p:ext uri="{BB962C8B-B14F-4D97-AF65-F5344CB8AC3E}">
        <p14:creationId xmlns:p14="http://schemas.microsoft.com/office/powerpoint/2010/main" val="19637188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D82B124-7AD0-46E3-9F30-228B5EC6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2F881-7BA9-4E44-88A6-CD6188BC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Dissemination and presentation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D0FDBF8-A7EA-413B-8AA8-76DC081F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1F872-D5DE-4689-B82D-9C36911B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42B4B-0FAC-47FC-8D5B-D836D487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D1F02-888C-4365-B607-E07877B4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system is easiest to explain by following one edit from the browser to another user.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80010-2503-4906-A4E4-9420389A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B2F0C-9CB1-4878-BDE4-71DD9E5F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240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1A7E3-9D58-4A9C-8A0A-D3E6BF94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240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account access and channel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7D05B-43EA-4815-8743-EF1E4B57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7A69D-4F27-4178-B194-F123AC14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A24EC-48D3-46E7-AFEF-2D3FB18A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a document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F16C8-846F-4E49-82CE-83FF43D0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908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the editor and saved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75E81-88A1-4357-AB95-2DE7C0F3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AE6ED-AA42-4D75-8FA4-5F699A8B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8D15E-3120-4D49-9EF8-4A98B325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in two sessions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00299-01BC-4F78-8263-0B98D636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57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Watch the second view receive the operation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F2FB7-2DC9-45C9-A9B4-3A200E13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FF976-D875-448B-B45A-C5C57C3F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DB38E-33AB-4999-B1E8-52E9B646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CEAD7-8BE1-47CE-943D-CB4137DD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243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Preview an older version, then restore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C3204-BA4E-4AEE-A961-603A6415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715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For accessibility, use a clear spoken sequence, readable text and a live demonstration with prepared accounts and documents.</a:t>
            </a:r>
          </a:p>
        </p:txBody>
      </p:sp>
    </p:spTree>
    <p:extLst>
      <p:ext uri="{BB962C8B-B14F-4D97-AF65-F5344CB8AC3E}">
        <p14:creationId xmlns:p14="http://schemas.microsoft.com/office/powerpoint/2010/main" val="1336392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C626E62-07BB-45B8-8CED-2E9AD1DE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22DC8-C095-4FDE-9AF9-5E829E67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C15D50EC-EC01-4C15-9415-0455F83B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FB086-10FA-455F-8AF2-D2E0DC23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9F849-DD34-405F-940F-37D09AE3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B15A7-E44C-4CC4-88D3-AF9D5300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project demonstrates a complete path from a user’s edit to a shared, stored document.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8BFA6-764B-48B4-84FA-7C7C050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14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5A08D-A6C9-4884-B60B-F18BB99C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server checks who can edit before it accepts live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15DCD-1E09-466F-BDF8-92126D8B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861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1755B-D71F-4007-86C2-12D29B71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gives replicas a deterministic way to converge.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360D2-9E9B-41DD-8C67-D74D434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68B12-D211-41B8-8207-59FF32A2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the document state and its history for later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98E8E-8BAA-4AF8-AD5E-0D25B54B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result is a working educational system that makes its database and collaboration choices visible and explainable.</a:t>
            </a:r>
          </a:p>
        </p:txBody>
      </p:sp>
    </p:spTree>
    <p:extLst>
      <p:ext uri="{BB962C8B-B14F-4D97-AF65-F5344CB8AC3E}">
        <p14:creationId xmlns:p14="http://schemas.microsoft.com/office/powerpoint/2010/main" val="2066917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2026-10-09T07:09:53.3160000Z</dcterms:created>
  <dcterms:modified xsi:type="dcterms:W3CDTF">2026-10-09T07:09:53.3160000Z</dcterms:modified>
</coreProperties>
</file>