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15b55dc202401f" /><Relationship Type="http://schemas.openxmlformats.org/officeDocument/2006/relationships/extended-properties" Target="/docProps/app.xml" Id="R130b7ab0db0e416a" /><Relationship Type="http://schemas.openxmlformats.org/officeDocument/2006/relationships/officeDocument" Target="/ppt/presentation.xml" Id="R7b26713a9a29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4df129b014c25"/>
  </p:sldMasterIdLst>
  <p:notesMasterIdLst>
    <p:notesMasterId xmlns:r="http://schemas.openxmlformats.org/officeDocument/2006/relationships" r:id="R8d27504c5fc542a3"/>
  </p:notesMasterIdLst>
  <p:sldIdLst>
    <p:sldId xmlns:r="http://schemas.openxmlformats.org/officeDocument/2006/relationships" id="256" r:id="R962daf94d2174be1"/>
    <p:sldId xmlns:r="http://schemas.openxmlformats.org/officeDocument/2006/relationships" id="257" r:id="R95b54721f4434bc3"/>
    <p:sldId xmlns:r="http://schemas.openxmlformats.org/officeDocument/2006/relationships" id="258" r:id="R5f6505d1f7bd4c85"/>
    <p:sldId xmlns:r="http://schemas.openxmlformats.org/officeDocument/2006/relationships" id="259" r:id="R7ec04836222c47fd"/>
    <p:sldId xmlns:r="http://schemas.openxmlformats.org/officeDocument/2006/relationships" id="260" r:id="Rb159b3656a4b45eb"/>
    <p:sldId xmlns:r="http://schemas.openxmlformats.org/officeDocument/2006/relationships" id="261" r:id="R27d3181c2abd47fd"/>
    <p:sldId xmlns:r="http://schemas.openxmlformats.org/officeDocument/2006/relationships" id="262" r:id="R2d9e41d631d9406d"/>
    <p:sldId xmlns:r="http://schemas.openxmlformats.org/officeDocument/2006/relationships" id="263" r:id="R6c021c3dc9c844d3"/>
    <p:sldId xmlns:r="http://schemas.openxmlformats.org/officeDocument/2006/relationships" id="264" r:id="Ra203fbf3ebf54920"/>
    <p:sldId xmlns:r="http://schemas.openxmlformats.org/officeDocument/2006/relationships" id="265" r:id="R3b61ca570a0d419d"/>
    <p:sldId xmlns:r="http://schemas.openxmlformats.org/officeDocument/2006/relationships" id="266" r:id="R4e9d83b9e8d84377"/>
    <p:sldId xmlns:r="http://schemas.openxmlformats.org/officeDocument/2006/relationships" id="267" r:id="R1320f35a169740bb"/>
    <p:sldId xmlns:r="http://schemas.openxmlformats.org/officeDocument/2006/relationships" id="268" r:id="R41054d4143b248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1c085d28774c34" /><Relationship Type="http://schemas.openxmlformats.org/officeDocument/2006/relationships/slideMaster" Target="/ppt/slideMasters/slideMaster1.xml" Id="R5be4df129b014c25" /><Relationship Type="http://schemas.openxmlformats.org/officeDocument/2006/relationships/notesMaster" Target="/ppt/notesMasters/notesMaster1.xml" Id="R8d27504c5fc542a3" /><Relationship Type="http://schemas.openxmlformats.org/officeDocument/2006/relationships/presProps" Target="/ppt/presProps.xml" Id="R7ba7122d9f1d4c8d" /><Relationship Type="http://schemas.openxmlformats.org/officeDocument/2006/relationships/tableStyles" Target="/ppt/tableStyles.xml" Id="Rd032b28b26044cd9" /><Relationship Type="http://schemas.openxmlformats.org/officeDocument/2006/relationships/slide" Target="/ppt/slides/slide1.xml" Id="R962daf94d2174be1" /><Relationship Type="http://schemas.openxmlformats.org/officeDocument/2006/relationships/slide" Target="/ppt/slides/slide2.xml" Id="R95b54721f4434bc3" /><Relationship Type="http://schemas.openxmlformats.org/officeDocument/2006/relationships/slide" Target="/ppt/slides/slide3.xml" Id="R5f6505d1f7bd4c85" /><Relationship Type="http://schemas.openxmlformats.org/officeDocument/2006/relationships/slide" Target="/ppt/slides/slide4.xml" Id="R7ec04836222c47fd" /><Relationship Type="http://schemas.openxmlformats.org/officeDocument/2006/relationships/slide" Target="/ppt/slides/slide5.xml" Id="Rb159b3656a4b45eb" /><Relationship Type="http://schemas.openxmlformats.org/officeDocument/2006/relationships/slide" Target="/ppt/slides/slide6.xml" Id="R27d3181c2abd47fd" /><Relationship Type="http://schemas.openxmlformats.org/officeDocument/2006/relationships/slide" Target="/ppt/slides/slide7.xml" Id="R2d9e41d631d9406d" /><Relationship Type="http://schemas.openxmlformats.org/officeDocument/2006/relationships/slide" Target="/ppt/slides/slide8.xml" Id="R6c021c3dc9c844d3" /><Relationship Type="http://schemas.openxmlformats.org/officeDocument/2006/relationships/slide" Target="/ppt/slides/slide9.xml" Id="Ra203fbf3ebf54920" /><Relationship Type="http://schemas.openxmlformats.org/officeDocument/2006/relationships/slide" Target="/ppt/slides/slide10.xml" Id="R3b61ca570a0d419d" /><Relationship Type="http://schemas.openxmlformats.org/officeDocument/2006/relationships/slide" Target="/ppt/slides/slide11.xml" Id="R4e9d83b9e8d84377" /><Relationship Type="http://schemas.openxmlformats.org/officeDocument/2006/relationships/slide" Target="/ppt/slides/slide12.xml" Id="R1320f35a169740bb" /><Relationship Type="http://schemas.openxmlformats.org/officeDocument/2006/relationships/slide" Target="/ppt/slides/slide13.xml" Id="R41054d4143b2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dd2e6289c41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28ff6644e4e99" /><Relationship Type="http://schemas.openxmlformats.org/officeDocument/2006/relationships/notesMaster" Target="/ppt/notesMasters/notesMaster1.xml" Id="R3f5e26c0f24040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989c615b3d4530" /><Relationship Type="http://schemas.openxmlformats.org/officeDocument/2006/relationships/notesMaster" Target="/ppt/notesMasters/notesMaster1.xml" Id="Rf1c4bbca05f2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08a114e0694a7f" /><Relationship Type="http://schemas.openxmlformats.org/officeDocument/2006/relationships/notesMaster" Target="/ppt/notesMasters/notesMaster1.xml" Id="Ra186956d77904c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381375ac84585" /><Relationship Type="http://schemas.openxmlformats.org/officeDocument/2006/relationships/notesMaster" Target="/ppt/notesMasters/notesMaster1.xml" Id="Rd5209de4e12244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e7b066a1674348" /><Relationship Type="http://schemas.openxmlformats.org/officeDocument/2006/relationships/notesMaster" Target="/ppt/notesMasters/notesMaster1.xml" Id="R4e82fb18744443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d7e42e616d471d" /><Relationship Type="http://schemas.openxmlformats.org/officeDocument/2006/relationships/notesMaster" Target="/ppt/notesMasters/notesMaster1.xml" Id="Ra2c99e62aa51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1dd408c3c7463a" /><Relationship Type="http://schemas.openxmlformats.org/officeDocument/2006/relationships/notesMaster" Target="/ppt/notesMasters/notesMaster1.xml" Id="R5ad65a9ca52c46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1bd734b3b4682" /><Relationship Type="http://schemas.openxmlformats.org/officeDocument/2006/relationships/notesMaster" Target="/ppt/notesMasters/notesMaster1.xml" Id="Rb2f826ab306144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70cdc52cc340d1" /><Relationship Type="http://schemas.openxmlformats.org/officeDocument/2006/relationships/notesMaster" Target="/ppt/notesMasters/notesMaster1.xml" Id="R9505f854e2c94c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785bba466e47de" /><Relationship Type="http://schemas.openxmlformats.org/officeDocument/2006/relationships/notesMaster" Target="/ppt/notesMasters/notesMaster1.xml" Id="R10849a769fae44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774ec324a44a02" /><Relationship Type="http://schemas.openxmlformats.org/officeDocument/2006/relationships/notesMaster" Target="/ppt/notesMasters/notesMaster1.xml" Id="Ra2bb4ff7baa444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be05e48c6f4913" /><Relationship Type="http://schemas.openxmlformats.org/officeDocument/2006/relationships/notesMaster" Target="/ppt/notesMasters/notesMaster1.xml" Id="Re5993a11a6e44f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14117cfbba4fda" /><Relationship Type="http://schemas.openxmlformats.org/officeDocument/2006/relationships/notesMaster" Target="/ppt/notesMasters/notesMaster1.xml" Id="R0121d40dd05b42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bc5cd330e49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094f5047549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53c63dc9e4b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a9b8d80dc4e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3eaba092e48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9a15478f04d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104EAA-6AE5-4D0C-B910-C3A8C8EF1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C0B586-4391-49B3-92B6-583A0E3D8E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190B07-55FC-4E19-A6B2-AB31B1A8E8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241E49-16DB-4B12-8960-CB64650761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3E16DF-9572-446A-8E8B-E055A7E600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225301-0CED-4333-8A61-469837E206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902EE1-2422-4278-AC74-1E4DAFABF9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807D14-8CF6-4672-A5C1-5E08BA3B60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B0462F-6415-4DBE-8BD1-DF6B9F012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A9C078-52E1-40E8-AFF5-0115739AC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070cb44f84827" /><Relationship Type="http://schemas.openxmlformats.org/officeDocument/2006/relationships/slideLayout" Target="/ppt/slideLayouts/slideLayout1.xml" Id="R32f60eb058994e5d" /><Relationship Type="http://schemas.openxmlformats.org/officeDocument/2006/relationships/slideLayout" Target="/ppt/slideLayouts/slideLayout2.xml" Id="Ra30608305617408a" /><Relationship Type="http://schemas.openxmlformats.org/officeDocument/2006/relationships/slideLayout" Target="/ppt/slideLayouts/slideLayout3.xml" Id="Rf19b5e4370fd4e16" /><Relationship Type="http://schemas.openxmlformats.org/officeDocument/2006/relationships/slideLayout" Target="/ppt/slideLayouts/slideLayout4.xml" Id="R1c4c44256c2c4d63" /><Relationship Type="http://schemas.openxmlformats.org/officeDocument/2006/relationships/slideLayout" Target="/ppt/slideLayouts/slideLayout5.xml" Id="R857b4a8f031c4bcf" /><Relationship Type="http://schemas.openxmlformats.org/officeDocument/2006/relationships/slideLayout" Target="/ppt/slideLayouts/slideLayout6.xml" Id="R32fca759944f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f60eb058994e5d"/>
    <p:sldLayoutId xmlns:r="http://schemas.openxmlformats.org/officeDocument/2006/relationships" id="2147483650" r:id="Ra30608305617408a"/>
    <p:sldLayoutId xmlns:r="http://schemas.openxmlformats.org/officeDocument/2006/relationships" id="2147483651" r:id="Rf19b5e4370fd4e16"/>
    <p:sldLayoutId xmlns:r="http://schemas.openxmlformats.org/officeDocument/2006/relationships" id="2147483652" r:id="R1c4c44256c2c4d63"/>
    <p:sldLayoutId xmlns:r="http://schemas.openxmlformats.org/officeDocument/2006/relationships" id="2147483653" r:id="R857b4a8f031c4bcf"/>
    <p:sldLayoutId xmlns:r="http://schemas.openxmlformats.org/officeDocument/2006/relationships" id="2147483654" r:id="R32fca759944f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313642e9143bc" /><Relationship Type="http://schemas.openxmlformats.org/officeDocument/2006/relationships/notesSlide" Target="/ppt/notesSlides/notesSlide1.xml" Id="Rdfbe32b9bec7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bb2bf7e0f4ac8" /><Relationship Type="http://schemas.openxmlformats.org/officeDocument/2006/relationships/notesSlide" Target="/ppt/notesSlides/notesSlide2.xml" Id="R731b02b2f74444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6723ca9924e2d" /><Relationship Type="http://schemas.openxmlformats.org/officeDocument/2006/relationships/notesSlide" Target="/ppt/notesSlides/notesSlide3.xml" Id="R286b1983af8845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a3dfa2b114ada" /><Relationship Type="http://schemas.openxmlformats.org/officeDocument/2006/relationships/notesSlide" Target="/ppt/notesSlides/notesSlide4.xml" Id="R49cd24a30d1b4f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0558bf7574351" /><Relationship Type="http://schemas.openxmlformats.org/officeDocument/2006/relationships/notesSlide" Target="/ppt/notesSlides/notesSlide5.xml" Id="Rdcad5ef42bc4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190ed992a420f" /><Relationship Type="http://schemas.openxmlformats.org/officeDocument/2006/relationships/notesSlide" Target="/ppt/notesSlides/notesSlide6.xml" Id="R06fd2c755eef40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550f063ce450f" /><Relationship Type="http://schemas.openxmlformats.org/officeDocument/2006/relationships/notesSlide" Target="/ppt/notesSlides/notesSlide7.xml" Id="R40e86f0889cf46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f3f18d4e44b86" /><Relationship Type="http://schemas.openxmlformats.org/officeDocument/2006/relationships/notesSlide" Target="/ppt/notesSlides/notesSlide8.xml" Id="Rfea3a460e8254f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f77723393465e" /><Relationship Type="http://schemas.openxmlformats.org/officeDocument/2006/relationships/notesSlide" Target="/ppt/notesSlides/notesSlide9.xml" Id="Rb649dabf993d42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7cd2628c940fa" /><Relationship Type="http://schemas.openxmlformats.org/officeDocument/2006/relationships/notesSlide" Target="/ppt/notesSlides/notesSlide10.xml" Id="R5cb61bc694b545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ef6d083d1419a" /><Relationship Type="http://schemas.openxmlformats.org/officeDocument/2006/relationships/notesSlide" Target="/ppt/notesSlides/notesSlide11.xml" Id="R1f28f26bd3fd4a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8e8d04ab54eff" /><Relationship Type="http://schemas.openxmlformats.org/officeDocument/2006/relationships/notesSlide" Target="/ppt/notesSlides/notesSlide12.xml" Id="Re71f7070caa446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b05427f8a4697" /><Relationship Type="http://schemas.openxmlformats.org/officeDocument/2006/relationships/notesSlide" Target="/ppt/notesSlides/notesSlide13.xml" Id="R6eedc4f1d45f44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B8B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86B72-893F-4530-8210-D78E6CF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57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Collaborative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9716A-1080-4C9F-AF44-1D9A59A9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3" name="team-footer">
            <a:extLst xmlns:a="http://schemas.openxmlformats.org/drawingml/2006/main">
              <a:ext uri="{FF2B5EF4-FFF2-40B4-BE49-F238E27FC236}">
                <a16:creationId xmlns:a16="http://schemas.microsoft.com/office/drawing/2014/main" id="{AAB5D6A5-E909-46F2-8737-B9012EEF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FF7CD-ED1C-43CB-A3CC-FF5B490B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Yusuf Shereef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Bhavesh Kumar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Madamshetty Pruthvi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Syed Mohammed Faizan</a:t>
            </a:r>
          </a:p>
        </p:txBody>
      </p:sp>
    </p:spTree>
    <p:extLst>
      <p:ext uri="{BB962C8B-B14F-4D97-AF65-F5344CB8AC3E}">
        <p14:creationId xmlns:p14="http://schemas.microsoft.com/office/powerpoint/2010/main" val="565996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E0DDD32-D5AA-48BE-9FBD-55A1034D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5DA6D-441B-4439-B685-9AF457E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and project goal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1F02D3B6-6B9B-4B92-BA51-0D7D4B33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7E9AA-D1A4-4EC3-B241-C5E3CB2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1D0C0-87DE-46D3-AE17-922B3CD9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4391E-3E37-4F01-8AE5-BE8AA3D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01774-77DF-484F-8539-6F873E6D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two people edit a shared document, saving a whole new copy can replace someone else’s recent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D06E7-74E2-4B94-95C7-F99513FE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580AC-E881-414D-8CDE-29CD663E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browser based document system where edits travel as small operations, merge on the server, and appear for collaborators.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4F42E-A9AA-42B3-88C1-07B2B79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E0F41-3698-4AA8-A3C7-8EED3B8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7F461-8A5C-4391-B495-5F6FB866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a shared document consistent while people edit at the same time, with saved history and role based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85709-9E0D-4784-84C1-3591E6E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project also demonstrates how a relational database supports users, workspaces, documents, edit history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481094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E7AB126-9141-4A55-9A11-A4A690B9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EB2EF-ABA9-4339-BA2D-848C070C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competence: how we built the project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0273DC08-CFE6-454D-84F5-FC83656F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C45A7-13AF-439C-9D71-49E6BD2B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176D1-1A8C-4FDD-8E6C-0D766D76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B52EF-FCA0-402E-A58F-1DB0024E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built the application in layers so each part has a clear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AA2B7-2BDF-4111-ABD0-BA8F8814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723E5-8C44-44FE-9E54-B7B7C077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provide the document editor, formatting controls, channel pages and AI writing panel.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AD832-2E31-441B-B71E-421879A5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Application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0CEFC-796C-4FB7-B3ED-7E514776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Node.js and Express handle sign in, channels, permissions and saved document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E893E-40D0-4FA7-B009-CCFF51BC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Live collaboration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B0F97-0E29-489E-9735-984A0BF3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Socket.IO carries edit operations and presence updates between people in the same document.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0BDD6-903F-4BD7-802D-74823842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E9221-2CE4-414F-BBDC-87346991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Data and implementation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97E40-AD8F-4857-8328-4C4A9803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79143-CCDE-4B69-82C3-9BFAC243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accounts, memberships, documents, operation history and saved versions.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C84C2-76D0-41BA-BF05-A32069C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46D65-5DA0-4F9F-9D85-B3A5E9C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48225"/>
            <a:ext cx="1014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character based CRDT was written for this project instead of using a ready made CRDT package.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DB0AF-6549-4DD3-9F26-1A5386F3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D8F9E-3CF9-4506-9147-00F443D3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team connected the editor to the API and socket events, then checked the CRDT behavior with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2126363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849D45-3945-42EE-8D05-63B38A3CC28E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9048750" y="37433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0F364A-AD42-4E68-96E0-DEB73CDBB246}"/>
              </a:ext>
            </a:extLst>
          </p:cNvPr>
          <p:cNvCxnSpPr>
            <a:stCxn xmlns:a="http://schemas.openxmlformats.org/drawingml/2006/main" id="29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5762625" y="3252788"/>
            <a:ext cx="666750" cy="13763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D72739-F5E2-4101-8FFD-CDD36CC92B4B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024563" y="2343150"/>
            <a:ext cx="404813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411C73-CFA2-41D2-A62F-2FB9DE7094E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762625" y="2343150"/>
            <a:ext cx="261938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721AA-7DAA-43D2-AAA8-27E1418F7E8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249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709F0-FAC2-4E5D-9728-4A27AA7BA50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008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9E342-D31D-4BED-BDC2-22101BE3985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767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BA299-4012-4D03-A427-BC3CB133A1B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52675" y="18478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sp>
        <p:nvSpPr>
          <p:cNvPr id="4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93FBC46-E007-4599-AE4E-38B2A749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DA109-1281-44B5-B321-72B92D0B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system workflow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B15DE1F-40E4-4EC5-B0CB-F8D97FD7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20C7C-2EBA-4CD5-9001-CD80FC1D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7F689-94EF-4D82-9BC8-F65CE6CB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03C9B-30A8-4D0D-9CDC-D24D1AD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114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From sign-in to a shared, saved document, including the project’s AI and language services.</a:t>
            </a:r>
          </a:p>
        </p:txBody>
      </p:sp>
      <p:sp>
        <p:nvSpPr>
          <p:cNvPr id="7" name="Users">
            <a:extLst xmlns:a="http://schemas.openxmlformats.org/drawingml/2006/main">
              <a:ext uri="{FF2B5EF4-FFF2-40B4-BE49-F238E27FC236}">
                <a16:creationId xmlns:a16="http://schemas.microsoft.com/office/drawing/2014/main" id="{3DDBCB51-0FBE-419E-9064-75934B63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7B76F-1146-4ED5-BF7E-B6FE98A9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6EB7D-148A-4C61-B9A2-AAE2CE13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Sign in; join a channel; open a document</a:t>
            </a:r>
          </a:p>
        </p:txBody>
      </p:sp>
      <p:sp>
        <p:nvSpPr>
          <p:cNvPr id="10" name="React interface">
            <a:extLst xmlns:a="http://schemas.openxmlformats.org/drawingml/2006/main">
              <a:ext uri="{FF2B5EF4-FFF2-40B4-BE49-F238E27FC236}">
                <a16:creationId xmlns:a16="http://schemas.microsoft.com/office/drawing/2014/main" id="{AB17AD80-DA67-4D2C-AB68-2BDA353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A99A6-2BAC-43BD-A2F9-6BD7A5FD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4533F-94AC-4B35-9B85-6573348A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Edit, format and request writing help</a:t>
            </a:r>
          </a:p>
        </p:txBody>
      </p:sp>
      <p:sp>
        <p:nvSpPr>
          <p:cNvPr id="13" name="Express + Socket.IO">
            <a:extLst xmlns:a="http://schemas.openxmlformats.org/drawingml/2006/main">
              <a:ext uri="{FF2B5EF4-FFF2-40B4-BE49-F238E27FC236}">
                <a16:creationId xmlns:a16="http://schemas.microsoft.com/office/drawing/2014/main" id="{4613764C-63AA-41C9-B795-CF7D6245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875E7-BFF1-4554-9147-C8840182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Express + Socket.IO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73BC4-655C-459F-AFC1-909C6003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Checks identity and role; handles REST and live events</a:t>
            </a:r>
          </a:p>
        </p:txBody>
      </p:sp>
      <p:sp>
        <p:nvSpPr>
          <p:cNvPr id="16" name="TextCRDT">
            <a:extLst xmlns:a="http://schemas.openxmlformats.org/drawingml/2006/main">
              <a:ext uri="{FF2B5EF4-FFF2-40B4-BE49-F238E27FC236}">
                <a16:creationId xmlns:a16="http://schemas.microsoft.com/office/drawing/2014/main" id="{1F9A5698-A7F1-4B99-91C4-E693E4B6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488C5-47F6-485F-84D9-F001A01F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TextCRDT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0B096-A334-4E4A-AE02-9D5E95C4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Applies insert/delete operations; orders concurrent edits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F5B71249-9636-4AFF-980F-45F96BDF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52550"/>
            <a:ext cx="1952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6C947-209C-4CA1-8608-616C87D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382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713A2-D89A-4DEE-B1AF-752D369E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1724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Accounts, channels, documents, operations and versions</a:t>
            </a:r>
          </a:p>
        </p:txBody>
      </p:sp>
      <p:sp>
        <p:nvSpPr>
          <p:cNvPr id="26" name="Document management">
            <a:extLst xmlns:a="http://schemas.openxmlformats.org/drawingml/2006/main">
              <a:ext uri="{FF2B5EF4-FFF2-40B4-BE49-F238E27FC236}">
                <a16:creationId xmlns:a16="http://schemas.microsoft.com/office/drawing/2014/main" id="{F713B5E2-685E-4405-B959-E9F782FF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5238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12FC1-4FCC-4EF7-8173-8676E1F6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479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Document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A6E59-C0BB-4A83-A893-46BB2600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71825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Channel membership and role checks  •  document load/save  •  version history  •  preview and restore</a:t>
            </a:r>
          </a:p>
        </p:txBody>
      </p:sp>
      <p:sp>
        <p:nvSpPr>
          <p:cNvPr id="29" name="Writing and language request">
            <a:extLst xmlns:a="http://schemas.openxmlformats.org/drawingml/2006/main">
              <a:ext uri="{FF2B5EF4-FFF2-40B4-BE49-F238E27FC236}">
                <a16:creationId xmlns:a16="http://schemas.microsoft.com/office/drawing/2014/main" id="{1B251168-0486-44AF-865B-3BA73F3E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238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C7207-7136-4D59-81C1-9D1674A7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Writing and language request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94BCF2-7704-4994-B40E-DA7723E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71825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grammar, similarity or writing actions through the application server.</a:t>
            </a:r>
          </a:p>
        </p:txBody>
      </p:sp>
      <p:sp>
        <p:nvSpPr>
          <p:cNvPr id="34" name="Local language services">
            <a:extLst xmlns:a="http://schemas.openxmlformats.org/drawingml/2006/main">
              <a:ext uri="{FF2B5EF4-FFF2-40B4-BE49-F238E27FC236}">
                <a16:creationId xmlns:a16="http://schemas.microsoft.com/office/drawing/2014/main" id="{782197DB-8715-4B8D-BFD9-B3B5FEEB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3385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9CE2D-46AB-4436-9515-4466096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language services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2873DC-89C7-4FF8-B5E4-1C1FE76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a local TF-IDF corpus checks similarity. If LanguageTool is down, one Gemini grammar fallback is attempted with a cooldown.</a:t>
            </a:r>
          </a:p>
        </p:txBody>
      </p:sp>
      <p:sp>
        <p:nvSpPr>
          <p:cNvPr id="37" name="Gemini API">
            <a:extLst xmlns:a="http://schemas.openxmlformats.org/drawingml/2006/main">
              <a:ext uri="{FF2B5EF4-FFF2-40B4-BE49-F238E27FC236}">
                <a16:creationId xmlns:a16="http://schemas.microsoft.com/office/drawing/2014/main" id="{48023D1D-168E-4C72-BC5F-49779B0F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B67CB1-B95C-4C96-BFEF-0992F8C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957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51150-BA62-4B26-A970-743138D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4342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server keeps GEMINI_API_KEY private and sends improve, paraphrase, summarize, translate and autocomplete requests. No local generative LLM is included.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AD1D2A-8B0C-4E4C-A9F1-60F1ED5A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 returns documents, versions and AI responses. Socket.IO broadcasts accepted edits to connected collaborators.</a:t>
            </a:r>
          </a:p>
        </p:txBody>
      </p:sp>
      <p:sp>
        <p:nvSpPr>
          <p:cNvPr id="43" name="Shared outcome">
            <a:extLst xmlns:a="http://schemas.openxmlformats.org/drawingml/2006/main">
              <a:ext uri="{FF2B5EF4-FFF2-40B4-BE49-F238E27FC236}">
                <a16:creationId xmlns:a16="http://schemas.microsoft.com/office/drawing/2014/main" id="{D33FF308-9B78-4C53-9010-B9735C7E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7C56E1-18C7-4E18-BC6A-D33C9897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483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outcome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854364-9D34-4BCE-B7D9-F2FB904D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72175"/>
            <a:ext cx="834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Authorized edits converge through TextCRDT, persist in PostgreSQL and appear in each collaborator’s document.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746FCB-CFFF-42D3-929B-4BA75CC7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334125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Evaluation: 13 CRDT unit tests; demonstrate concurrent editing in two sessions.</a:t>
            </a:r>
          </a:p>
        </p:txBody>
      </p:sp>
    </p:spTree>
    <p:extLst>
      <p:ext uri="{BB962C8B-B14F-4D97-AF65-F5344CB8AC3E}">
        <p14:creationId xmlns:p14="http://schemas.microsoft.com/office/powerpoint/2010/main" val="1446164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DAA0C-76BF-4543-BF9B-0C5A1C8264E8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2" idx="3"/>
          </p:cNvCxnSpPr>
          <p:nvPr/>
        </p:nvCxnSpPr>
        <p:spPr>
          <a:xfrm xmlns:a="http://schemas.openxmlformats.org/drawingml/2006/main">
            <a:off x="9444038" y="4391025"/>
            <a:ext cx="938213" cy="938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4EFEB-73E0-45BD-BD17-3E9B317441D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05625" y="378142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A22C0-D37A-462A-BA87-1DF9B28F4B3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38450" y="2209800"/>
            <a:ext cx="8763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EF444-D62C-4E97-A97E-ED62B1A355C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38450" y="2100263"/>
            <a:ext cx="876300" cy="1095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sp>
        <p:nvSpPr>
          <p:cNvPr id="2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E3ED576-F481-4748-AEC6-DDA71EE8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B931D-8131-434E-96D7-C0B2FBF0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and language tools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AA32F14-F303-4778-AEBF-2CCF3935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AC24D-2391-4E4F-9997-02C44316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C7713-4D85-4135-B194-49037406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8CCFB-BB21-4C88-8582-299D1FAB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each request to the service that provides that feature.</a:t>
            </a:r>
          </a:p>
        </p:txBody>
      </p:sp>
      <p:sp>
        <p:nvSpPr>
          <p:cNvPr id="7" name="Editor request">
            <a:extLst xmlns:a="http://schemas.openxmlformats.org/drawingml/2006/main">
              <a:ext uri="{FF2B5EF4-FFF2-40B4-BE49-F238E27FC236}">
                <a16:creationId xmlns:a16="http://schemas.microsoft.com/office/drawing/2014/main" id="{920AD3DB-FC53-498D-A4F4-D9EC2439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5D6CF-AFF1-47B2-AA1B-18B57CC0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Editor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7DFFC-5C03-4792-A1DC-B233563E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57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Grammar, similarity or an AI writing action</a:t>
            </a:r>
          </a:p>
        </p:txBody>
      </p:sp>
      <p:sp>
        <p:nvSpPr>
          <p:cNvPr id="10" name="Local services">
            <a:extLst xmlns:a="http://schemas.openxmlformats.org/drawingml/2006/main">
              <a:ext uri="{FF2B5EF4-FFF2-40B4-BE49-F238E27FC236}">
                <a16:creationId xmlns:a16="http://schemas.microsoft.com/office/drawing/2014/main" id="{F74CE7F5-F26D-4F72-98E1-01D26F54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DE0C5-98AF-4069-BF32-225111CC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CD6E4-D789-4533-B4FF-A441BDAD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19275"/>
            <a:ext cx="29622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local TF-IDF corpus checks text similarity. If LanguageTool is unavailable, one Gemini grammar fallback is attempted with a cooldown.</a:t>
            </a:r>
          </a:p>
        </p:txBody>
      </p:sp>
      <p:sp>
        <p:nvSpPr>
          <p:cNvPr id="13" name="App server">
            <a:extLst xmlns:a="http://schemas.openxmlformats.org/drawingml/2006/main">
              <a:ext uri="{FF2B5EF4-FFF2-40B4-BE49-F238E27FC236}">
                <a16:creationId xmlns:a16="http://schemas.microsoft.com/office/drawing/2014/main" id="{54AA9A10-6DB8-410A-B14F-871CAF4A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E791B-6BC7-4950-8D79-0884E5FF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519AF-0759-4062-8034-8BAA48BC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Keeps GEMINI_API_KEY private; applies per-user rate limits</a:t>
            </a:r>
          </a:p>
        </p:txBody>
      </p:sp>
      <p:sp>
        <p:nvSpPr>
          <p:cNvPr id="16" name="Gemini API">
            <a:extLst xmlns:a="http://schemas.openxmlformats.org/drawingml/2006/main">
              <a:ext uri="{FF2B5EF4-FFF2-40B4-BE49-F238E27FC236}">
                <a16:creationId xmlns:a16="http://schemas.microsoft.com/office/drawing/2014/main" id="{C17C8522-FD7D-46A9-890F-1E0EFC49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914B8-3257-4676-88DD-EB1F7256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01729-CCF3-4B61-ABB3-47A2CA72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Improve, paraphrase, summarize, translate and autocomplete</a:t>
            </a:r>
          </a:p>
        </p:txBody>
      </p:sp>
      <p:sp>
        <p:nvSpPr>
          <p:cNvPr id="22" name="When Gemini is unavailable">
            <a:extLst xmlns:a="http://schemas.openxmlformats.org/drawingml/2006/main">
              <a:ext uri="{FF2B5EF4-FFF2-40B4-BE49-F238E27FC236}">
                <a16:creationId xmlns:a16="http://schemas.microsoft.com/office/drawing/2014/main" id="{DB72F25E-AFB2-444F-8E2A-B02CBB9A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E4EA2-AFC4-42EF-891B-156D89C6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Gemini is unavailable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630C5-761E-47F8-97C1-A40B70E7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387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Summary shows an extractive preview. Autocomplete returns no text. Paraphrase and translation show an unavailable message. There is no local generative LLM fallback in this build.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832247-2E21-4633-A491-65A88E4D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GitHub Pages can host the browser interface only. The API server, database and LanguageTool service must be hosted separately; configure LANGUAGETOOL_URL to reach that service.</a:t>
            </a:r>
          </a:p>
        </p:txBody>
      </p:sp>
    </p:spTree>
    <p:extLst>
      <p:ext uri="{BB962C8B-B14F-4D97-AF65-F5344CB8AC3E}">
        <p14:creationId xmlns:p14="http://schemas.microsoft.com/office/powerpoint/2010/main" val="113180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13A5760-ABDC-4744-80EE-05AF7B5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290E5-45AB-459E-911E-18CA00B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5B8279D2-6D33-4D99-991C-1A33D4FF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2E0D0-6701-4B48-841A-A00C143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442BB-A4BC-43E7-9AD7-C625A659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CF8D9-8C1E-486E-8182-BE762987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PostgreSQL keeps the project’s records connected with foreign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20403-99F8-4879-89D1-12918017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3FD01-A8E0-4311-B762-A8EB6F49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3C088-CB0E-4679-A681-A5E8657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049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Account identity and password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89C44-C198-4DC4-B8E5-C9353DBF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channels + channel_members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B1B4B-9A8B-4FF1-AE39-90F5F269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spaces and each member’s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F4965-C162-4B7C-971E-F64F2745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FCA01-A5F3-46EE-9692-E16193C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05F4B-00AB-420A-BF1F-0BE184F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432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text, formatted content and CRDT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B50A7-C139-45D2-BD3C-4C402BD3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document_operations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69A1A-C19F-4FB0-8A01-7AB023AD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Accepted insert / delete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94E2E-78E2-482B-96A0-D080C8D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E39B8-A29C-4DCB-BD56-69080648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AE767-20BE-4C39-87DA-1BA420D1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snapshots with author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71D57-7228-4F0C-AC07-B289132B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invitations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D0D82-3F0F-4E93-B155-93F02C5D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0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Pending or completed channel invitations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A577E-C810-47AE-8C04-B4055290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channel has many members and documents. A document has many operations and versions.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AAE12-702F-4CD9-8231-90DA60CE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schema uses unique constraints and indexes for memberships, operation IDs, document lists and version history.</a:t>
            </a:r>
          </a:p>
        </p:txBody>
      </p:sp>
    </p:spTree>
    <p:extLst>
      <p:ext uri="{BB962C8B-B14F-4D97-AF65-F5344CB8AC3E}">
        <p14:creationId xmlns:p14="http://schemas.microsoft.com/office/powerpoint/2010/main" val="1957033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B9F03CA-A96F-4D51-AFCC-AE4B1C44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9E5AD-E028-430B-B4E0-A58C64CA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simultaneous edits are reconciled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6E90D15-39D9-4A6B-8C96-8B840E14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829E-F4F3-4202-BB01-A1937385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E75DE-0118-4F81-9C96-BE8B2D2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2FF4D-3D21-4B7A-9F45-E21729B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Each inserted character has an ID and a reference to the character before it. Deletes leave a tombstone.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54546-5C6F-4E8C-937E-DC2AB8BE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Starting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8645-D6FF-4EF1-9BB4-CB1A0854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8EE74-7657-44F5-A710-98712196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Two people insert after A at nearly the same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85FED-CCD7-4FA8-A0A2-7980ECE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642E6-A990-458F-AB69-D5F9D5B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1: insert X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E3280-A192-4A9C-AE1A-1BDD1D31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DBF3C-636A-4C22-BB56-8C61A4A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2: insert Y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user2:1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39A78-4A58-43D3-B2BF-8C79678A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Both replicas receive both operations. The CRDT sorts concurrent siblings by operation ID, so delivery order does not decide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75907-CDAA-42A4-8A69-482882A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31B50-B039-4C0F-96F6-FF12B31A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ECCC3-0DD4-449B-A4D2-F1DA52BB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deleted character stays internally as a tombstone so later operations can still refer to its ID.</a:t>
            </a:r>
          </a:p>
        </p:txBody>
      </p:sp>
    </p:spTree>
    <p:extLst>
      <p:ext uri="{BB962C8B-B14F-4D97-AF65-F5344CB8AC3E}">
        <p14:creationId xmlns:p14="http://schemas.microsoft.com/office/powerpoint/2010/main" val="784927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795A2CF-43FD-402D-B52D-01CB3C1F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DD2D0-A414-483C-B43A-229A7D52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user can do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8DF0CD8-A56D-4681-A264-06F615CB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7C70E-7C97-4D63-A991-BED0CE5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0AF30-5189-4682-B302-B31308CF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9C4D2-7100-4E9E-80C1-452CB182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49EC1-1987-443E-938E-B3652206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56E03-F53A-47CD-ADC2-A8ABFF91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Create channels and shared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3A454-1536-4CDE-BBDB-84D021B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1F567-3BA3-48FE-9E09-417D42A1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See who is in a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7D382-1BA4-4A8D-B890-4AD99B2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72636-E061-4EF3-A812-63BA6E3E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live with other collaborators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B555B-97A7-437C-A6FA-921F71D6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A5968-FA92-440F-868B-AA4B2E1C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F16E3-486A-4AB8-B717-09707C8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Assign admin, editor or viewer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50560-FAE7-4CF0-B60A-3DA4F3E6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3DA7E-9263-4130-973F-6D6167C8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permissions on the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865AE-EB2C-44FB-B7D9-99DBC8F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F2736-B229-4F8F-ADC9-E991EA06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Invite and manage channel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B2FE9-607D-4274-B685-706F9DE8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1CDBC-5FFD-47AD-B4F0-F3867432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D057E-2544-4799-8BAF-2DED92A8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Format text in the editor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E683C-10BE-4656-97BB-B2929159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51729-015E-4379-9595-8D9B9A5A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preview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82666-D85D-41EE-ABAC-DDE92426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9DE06-9092-4FAF-8723-4E2FB915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Restore an earlier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C1A41-D0AC-4713-B69C-D225D61C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397908-F304-44DC-8E47-48CFEB0E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AAF97-B1AB-4C58-B1B0-54C8866D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Viewers can read; admins and editors can make changes. The server enforces the same rule for API and socket actions.</a:t>
            </a:r>
          </a:p>
        </p:txBody>
      </p:sp>
    </p:spTree>
    <p:extLst>
      <p:ext uri="{BB962C8B-B14F-4D97-AF65-F5344CB8AC3E}">
        <p14:creationId xmlns:p14="http://schemas.microsoft.com/office/powerpoint/2010/main" val="523619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733DDAA-6988-4ADC-8267-B290004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846BF-2D87-4621-B58E-70F5CAD9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Innovative and sustainable features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AC86528-3EAC-4AB1-BB6D-24AEB46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AE5FE-0593-4683-BADD-1C63EB7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E1633-ABAD-4BA9-B6E3-1BD1CC4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77B5A-4CB4-4652-8191-559C2AE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main contribution is the way the project combines document management with a custom, inspectable collaboration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9D198-E80B-4270-A52F-58794F44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is new in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A2AEB-F013-4312-91C5-95CBFAC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6E86B-302B-43E0-94BE-F2CF685F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Edits are represented as operations instead of replacing the whole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B1792-B720-4422-B5FD-28248A35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AA0F2-2D27-4FD2-97EE-056A0FA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CRDT logic is small enough to inspect and explain in a DBMS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AD5C0-3804-467E-B9BB-159E182A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5861B-3015-458E-8539-57483819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90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history and manual versions make changes easier to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0BF01-6C5F-4F80-A56C-6F38E962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A4AD2-62BD-4017-88F0-FA59D89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How it adapts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3031D-0B7C-4D3F-8C38-5B48532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DD8B1-45C3-4F31-9A34-CFFA14BE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More collaborators join through document rooms and channel membership.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9D7A5-0924-423D-8510-790DC7D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E0223-B0AD-4800-A451-75CB824F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New document features can use the existing API, role checks and tables.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4D8D5-BFB4-46A9-AE09-F8043D2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290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1C17A-BA44-4119-8D65-4F5CBC0A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71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changes can add tables or modules without changing the core edit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D2673-B6DB-4A80-9A04-5F20619E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Current scope: one server keeps active CRDTs in memory; this project does not provide offline multi-server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690760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38C9B04-9660-4A61-8A99-91DBFCD2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A2CA8-69C4-4742-A115-FD003B2C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 of results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E1B83860-4BD1-41E8-8FF4-FE4E3782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EA1DF-D22A-4A0B-B942-8735E236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D6762-1722-40EC-A00D-580A193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82994-6800-412B-B0ED-1F58AF3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checked correctness at the operation level and build readiness at the application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B561A-9146-4556-906E-4F10D392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8A6CD-0098-4434-A762-BFAFA2F3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CE05A-F6AA-4E94-B766-E0B3FEE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verifies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9FA0F-7B41-42C9-BA2F-CF8F2E6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6A214-1854-4F42-BF06-00199B4F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82916-F7D3-445F-AD49-2B799D08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CRDT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976F4-FDCE-4E61-9C42-FB8C3673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Insert, delete, duplicate IDs, pending dependencies, deterministic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74E6F-8733-4359-93E7-CED8CEE9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13 tests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32CB3-AD53-4DD6-A8AB-A46A6C2C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2F4EE-4686-49AE-85BF-9FBB81A7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compile the client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F7C75-87A6-43A0-A56A-F5F1183D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 succeeds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E4D36-4913-4A04-A0C8-C697963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1D20E-674C-4A7A-8C1E-461A1523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Two-user manual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ED586-4D13-48BF-9AF5-329E340A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one document twice and compare final text after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19AEA-20B6-420A-A3E2-25CFBE5E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for live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22D1E-5D24-432B-AC37-8B51F7C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Role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50A96-63BD-45CF-94BB-D65BE377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 cannot edit; editor/admin can modify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FC7A0-27EA-4964-9197-B074F1F1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910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in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04F43-C4F3-453D-A68F-82BC831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These checks support the project’s functional claims. They are not a load test or a production reliability study.</a:t>
            </a:r>
          </a:p>
        </p:txBody>
      </p:sp>
    </p:spTree>
    <p:extLst>
      <p:ext uri="{BB962C8B-B14F-4D97-AF65-F5344CB8AC3E}">
        <p14:creationId xmlns:p14="http://schemas.microsoft.com/office/powerpoint/2010/main" val="1436236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505EAE7-40EA-489E-AF6E-7ABECEEE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4057C-5527-443A-B192-05A0D4B1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Utility to society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E478FA3-0C00-4F87-AA2C-56B583B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5EE64-0841-455E-AE09-4E1128EB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5DFFA-4FA9-4C28-86B5-82516688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78E44-5CAA-459D-BC9B-5E373C5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Practical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17897-FCA8-4A01-A14C-B816AF8B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team can draft and review one shared document without sending files back and forth.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97B8E-F847-4706-91BA-99918FE3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Learning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D3C3D-51EA-4A42-AC6F-AB7144CA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Students can inspect how relational data, permissions, live events and conflict handling fit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E6F86-82CE-4E0C-9414-2171FF73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76375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DC3A7-3323-49C7-BC7F-115B10F6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Sustainable development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B7E82-2E30-48F5-977D-4E138FF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FA426-1554-40B8-B1B0-E8D6578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system uses open source tools and a small database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EF7FE-2799-44E1-971E-83703A4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6ED71-1A8B-46A8-AA76-298CF759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modular API leaves room for comments, offline support or more document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E0798-8C9B-43C9-BB94-CA6B271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Limits to explain honestly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DE7FA-1282-4018-B7DC-19AEF5F2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6225B-0CD6-4170-A21A-C1F933DC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is educational and runs on one application server.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85702-24F6-4545-8D2A-82B5BCDE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185D3-028F-466B-8D1D-2D418283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815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originality panel checks against a bundled local corpus; it is not web wide plagiarism detection.</a:t>
            </a:r>
          </a:p>
        </p:txBody>
      </p:sp>
    </p:spTree>
    <p:extLst>
      <p:ext uri="{BB962C8B-B14F-4D97-AF65-F5344CB8AC3E}">
        <p14:creationId xmlns:p14="http://schemas.microsoft.com/office/powerpoint/2010/main" val="194604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9018B1-80C5-400F-800B-EE5C0E25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E3AA6-5ACF-4AFB-BE9A-CFA10D9E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Presentation skills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DC5E4742-70D7-4A45-BB33-53482032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05335-80F2-4AB6-AA20-C81FAEC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5472D-765A-48CB-8BA0-AAF39DF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C4E6E-FCE9-40EA-BACD-845BA902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system is easiest to explain by following one edit from the browser to another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7ABD7-5D8F-4F5D-8D49-3E40ACB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1D591-406D-465C-82CA-0ED800CC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9CEC-2667-446D-B1B9-1214E623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account access and channel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CE60B-0A7A-4CA7-BA6E-0C24FCC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D0D06-0F0E-47DB-B315-97374BEC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DD5D0-0FB9-495E-BCA8-0A4B02FE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a 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733FA-111F-4B1C-A086-92F63D5C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editor and saved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A1C51-6E4A-47E9-9E58-32FB71A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63D7D-8898-45C5-BC21-432FC18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E702C-0AB8-46DD-82CC-5218448E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in two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7FC64-D9E9-48F9-B59D-820554A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Watch the second view receive the operation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2157A-2A90-446F-9D5C-C365E38C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44C4B-0B65-4301-AD27-EC16138A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42454-9F11-459A-98A9-C9454D6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417EC-F700-404B-AE4C-E3465F05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24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Preview an older version, then restore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4D699-367F-4C98-B6E2-B600E3D7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For accessibility, use a clear spoken sequence, readable text and a live demonstration with prepared accounts and documents.</a:t>
            </a:r>
          </a:p>
        </p:txBody>
      </p:sp>
    </p:spTree>
    <p:extLst>
      <p:ext uri="{BB962C8B-B14F-4D97-AF65-F5344CB8AC3E}">
        <p14:creationId xmlns:p14="http://schemas.microsoft.com/office/powerpoint/2010/main" val="10639339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5417385-EF42-4550-92CC-C686B8FB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94DD1-54AC-4E1C-AB7B-42E7EE18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CDEAD9C-63DD-4BAB-9F45-F86EAB8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4AB4C-AF7C-4AB7-9721-9656D53F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C1BA9-E607-4DFB-865B-F5BC4B98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49655-8CDC-49F7-A791-9A54E41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project demonstrates a complete path from a user’s edit to a shared, stored document.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E875E-1C47-4E1D-86B8-6B29738D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6D2FE-2D7F-416C-8D37-2A53897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server checks who can edit before it accepts live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EEF21-EDB7-44D7-B9C0-1C306A8F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9AC0F-828A-405F-9702-736AE2FF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gives replicas a deterministic way to converge.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1CD00-5652-4503-9F89-4FA12B9F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99094-8F91-46BC-A112-C6F7F378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the document state and its history for later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10130-C8A4-48A5-91A1-767AE05F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result is a working educational system that makes its database and collaboration choices visible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785818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2026-10-09T07:18:35.5710000Z</dcterms:created>
  <dcterms:modified xsi:type="dcterms:W3CDTF">2026-10-09T07:18:35.5710000Z</dcterms:modified>
</coreProperties>
</file>