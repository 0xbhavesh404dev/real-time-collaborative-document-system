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eb43df96524b14" /><Relationship Type="http://schemas.openxmlformats.org/officeDocument/2006/relationships/extended-properties" Target="/docProps/app.xml" Id="R98e8dedc06ff4321" /><Relationship Type="http://schemas.openxmlformats.org/officeDocument/2006/relationships/officeDocument" Target="/ppt/presentation.xml" Id="R1a3d91303775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331bab7034c58"/>
  </p:sldMasterIdLst>
  <p:notesMasterIdLst>
    <p:notesMasterId xmlns:r="http://schemas.openxmlformats.org/officeDocument/2006/relationships" r:id="R861d408a3b4c4610"/>
  </p:notesMasterIdLst>
  <p:sldIdLst>
    <p:sldId xmlns:r="http://schemas.openxmlformats.org/officeDocument/2006/relationships" id="256" r:id="R45587bf9117942e3"/>
    <p:sldId xmlns:r="http://schemas.openxmlformats.org/officeDocument/2006/relationships" id="257" r:id="R6d9f2fdd049543c7"/>
    <p:sldId xmlns:r="http://schemas.openxmlformats.org/officeDocument/2006/relationships" id="258" r:id="Ref77a6feba88437a"/>
    <p:sldId xmlns:r="http://schemas.openxmlformats.org/officeDocument/2006/relationships" id="259" r:id="R2a51d964d5e1421d"/>
    <p:sldId xmlns:r="http://schemas.openxmlformats.org/officeDocument/2006/relationships" id="260" r:id="R31d254fa891748d4"/>
    <p:sldId xmlns:r="http://schemas.openxmlformats.org/officeDocument/2006/relationships" id="261" r:id="Reb16cbb24ad14399"/>
    <p:sldId xmlns:r="http://schemas.openxmlformats.org/officeDocument/2006/relationships" id="262" r:id="Rbcf9154833ca45ab"/>
    <p:sldId xmlns:r="http://schemas.openxmlformats.org/officeDocument/2006/relationships" id="263" r:id="R035cc1c19a634468"/>
    <p:sldId xmlns:r="http://schemas.openxmlformats.org/officeDocument/2006/relationships" id="264" r:id="Rbbdc8d71ed0b439c"/>
    <p:sldId xmlns:r="http://schemas.openxmlformats.org/officeDocument/2006/relationships" id="265" r:id="R50b00fec0b704c7a"/>
    <p:sldId xmlns:r="http://schemas.openxmlformats.org/officeDocument/2006/relationships" id="266" r:id="Rfebd9378425140a4"/>
    <p:sldId xmlns:r="http://schemas.openxmlformats.org/officeDocument/2006/relationships" id="267" r:id="R148d0832f25c4f52"/>
    <p:sldId xmlns:r="http://schemas.openxmlformats.org/officeDocument/2006/relationships" id="268" r:id="Ra13ca3b1590445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b50e7f4d784f0d" /><Relationship Type="http://schemas.openxmlformats.org/officeDocument/2006/relationships/slideMaster" Target="/ppt/slideMasters/slideMaster1.xml" Id="R1c4331bab7034c58" /><Relationship Type="http://schemas.openxmlformats.org/officeDocument/2006/relationships/notesMaster" Target="/ppt/notesMasters/notesMaster1.xml" Id="R861d408a3b4c4610" /><Relationship Type="http://schemas.openxmlformats.org/officeDocument/2006/relationships/presProps" Target="/ppt/presProps.xml" Id="R5f71ab98903c4784" /><Relationship Type="http://schemas.openxmlformats.org/officeDocument/2006/relationships/tableStyles" Target="/ppt/tableStyles.xml" Id="Rc7517b72c48a48de" /><Relationship Type="http://schemas.openxmlformats.org/officeDocument/2006/relationships/slide" Target="/ppt/slides/slide1.xml" Id="R45587bf9117942e3" /><Relationship Type="http://schemas.openxmlformats.org/officeDocument/2006/relationships/slide" Target="/ppt/slides/slide2.xml" Id="R6d9f2fdd049543c7" /><Relationship Type="http://schemas.openxmlformats.org/officeDocument/2006/relationships/slide" Target="/ppt/slides/slide3.xml" Id="Ref77a6feba88437a" /><Relationship Type="http://schemas.openxmlformats.org/officeDocument/2006/relationships/slide" Target="/ppt/slides/slide4.xml" Id="R2a51d964d5e1421d" /><Relationship Type="http://schemas.openxmlformats.org/officeDocument/2006/relationships/slide" Target="/ppt/slides/slide5.xml" Id="R31d254fa891748d4" /><Relationship Type="http://schemas.openxmlformats.org/officeDocument/2006/relationships/slide" Target="/ppt/slides/slide6.xml" Id="Reb16cbb24ad14399" /><Relationship Type="http://schemas.openxmlformats.org/officeDocument/2006/relationships/slide" Target="/ppt/slides/slide7.xml" Id="Rbcf9154833ca45ab" /><Relationship Type="http://schemas.openxmlformats.org/officeDocument/2006/relationships/slide" Target="/ppt/slides/slide8.xml" Id="R035cc1c19a634468" /><Relationship Type="http://schemas.openxmlformats.org/officeDocument/2006/relationships/slide" Target="/ppt/slides/slide9.xml" Id="Rbbdc8d71ed0b439c" /><Relationship Type="http://schemas.openxmlformats.org/officeDocument/2006/relationships/slide" Target="/ppt/slides/slide10.xml" Id="R50b00fec0b704c7a" /><Relationship Type="http://schemas.openxmlformats.org/officeDocument/2006/relationships/slide" Target="/ppt/slides/slide11.xml" Id="Rfebd9378425140a4" /><Relationship Type="http://schemas.openxmlformats.org/officeDocument/2006/relationships/slide" Target="/ppt/slides/slide12.xml" Id="R148d0832f25c4f52" /><Relationship Type="http://schemas.openxmlformats.org/officeDocument/2006/relationships/slide" Target="/ppt/slides/slide13.xml" Id="Ra13ca3b15904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02e59d764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31d64a7354c34" /><Relationship Type="http://schemas.openxmlformats.org/officeDocument/2006/relationships/notesMaster" Target="/ppt/notesMasters/notesMaster1.xml" Id="Rf8a60a478150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05edb5c7e4d8b" /><Relationship Type="http://schemas.openxmlformats.org/officeDocument/2006/relationships/notesMaster" Target="/ppt/notesMasters/notesMaster1.xml" Id="Ra116960ae89f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934348e57c48a9" /><Relationship Type="http://schemas.openxmlformats.org/officeDocument/2006/relationships/notesMaster" Target="/ppt/notesMasters/notesMaster1.xml" Id="R0c7cbe0d9c5b4c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50f20aad94df1" /><Relationship Type="http://schemas.openxmlformats.org/officeDocument/2006/relationships/notesMaster" Target="/ppt/notesMasters/notesMaster1.xml" Id="R19d110e9373141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43557324c4ff8" /><Relationship Type="http://schemas.openxmlformats.org/officeDocument/2006/relationships/notesMaster" Target="/ppt/notesMasters/notesMaster1.xml" Id="R3188d225f32441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12084ade74d9c" /><Relationship Type="http://schemas.openxmlformats.org/officeDocument/2006/relationships/notesMaster" Target="/ppt/notesMasters/notesMaster1.xml" Id="R61118dcff8c049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57f4a55cb47dd" /><Relationship Type="http://schemas.openxmlformats.org/officeDocument/2006/relationships/notesMaster" Target="/ppt/notesMasters/notesMaster1.xml" Id="Rc07bb725ca6e48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9dde01f994e69" /><Relationship Type="http://schemas.openxmlformats.org/officeDocument/2006/relationships/notesMaster" Target="/ppt/notesMasters/notesMaster1.xml" Id="Rc8eb6538883748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0aa1d9b1d74341" /><Relationship Type="http://schemas.openxmlformats.org/officeDocument/2006/relationships/notesMaster" Target="/ppt/notesMasters/notesMaster1.xml" Id="R13618d8945f542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7012114c84475" /><Relationship Type="http://schemas.openxmlformats.org/officeDocument/2006/relationships/notesMaster" Target="/ppt/notesMasters/notesMaster1.xml" Id="R9d19749279cf4d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e263d377ef4f36" /><Relationship Type="http://schemas.openxmlformats.org/officeDocument/2006/relationships/notesMaster" Target="/ppt/notesMasters/notesMaster1.xml" Id="Ra587031976d04d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f309c30294142" /><Relationship Type="http://schemas.openxmlformats.org/officeDocument/2006/relationships/notesMaster" Target="/ppt/notesMasters/notesMaster1.xml" Id="Rc4a5b69d069142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b745a7096a497a" /><Relationship Type="http://schemas.openxmlformats.org/officeDocument/2006/relationships/notesMaster" Target="/ppt/notesMasters/notesMaster1.xml" Id="Rbbf8a90b207a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1fb84ceb74b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55135b4d34b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3913158554b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eb17cb8b541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184f1ad8f41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bdc2b52214c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FF811D-B93E-41A0-AD4E-C6AA213C6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BA1466-B65F-4D95-B097-E521A75E3A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0D7859-9196-4674-AEC6-6C85B0010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638AE8-BCD5-4F92-B98F-0A25AFD09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DC0FE9-D163-4F43-B31A-C86833F273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54F88B-50FC-4CA6-9810-085C5BF72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2B9CAC-A399-43F1-82FE-C16490D46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066087-77E3-43CC-A072-8EE44D627C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762F7-ED26-4AB6-AAD3-C0F203DD2B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CAB9A-1432-4BC4-A3DE-68754E0983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56458fc054f5d" /><Relationship Type="http://schemas.openxmlformats.org/officeDocument/2006/relationships/slideLayout" Target="/ppt/slideLayouts/slideLayout1.xml" Id="R917a5490856945e5" /><Relationship Type="http://schemas.openxmlformats.org/officeDocument/2006/relationships/slideLayout" Target="/ppt/slideLayouts/slideLayout2.xml" Id="R418ef2431e0c4539" /><Relationship Type="http://schemas.openxmlformats.org/officeDocument/2006/relationships/slideLayout" Target="/ppt/slideLayouts/slideLayout3.xml" Id="R59959757c9744f9a" /><Relationship Type="http://schemas.openxmlformats.org/officeDocument/2006/relationships/slideLayout" Target="/ppt/slideLayouts/slideLayout4.xml" Id="R529eb27d4a6941ba" /><Relationship Type="http://schemas.openxmlformats.org/officeDocument/2006/relationships/slideLayout" Target="/ppt/slideLayouts/slideLayout5.xml" Id="Ra1be8082dee54683" /><Relationship Type="http://schemas.openxmlformats.org/officeDocument/2006/relationships/slideLayout" Target="/ppt/slideLayouts/slideLayout6.xml" Id="Rbc53254530ea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a5490856945e5"/>
    <p:sldLayoutId xmlns:r="http://schemas.openxmlformats.org/officeDocument/2006/relationships" id="2147483650" r:id="R418ef2431e0c4539"/>
    <p:sldLayoutId xmlns:r="http://schemas.openxmlformats.org/officeDocument/2006/relationships" id="2147483651" r:id="R59959757c9744f9a"/>
    <p:sldLayoutId xmlns:r="http://schemas.openxmlformats.org/officeDocument/2006/relationships" id="2147483652" r:id="R529eb27d4a6941ba"/>
    <p:sldLayoutId xmlns:r="http://schemas.openxmlformats.org/officeDocument/2006/relationships" id="2147483653" r:id="Ra1be8082dee54683"/>
    <p:sldLayoutId xmlns:r="http://schemas.openxmlformats.org/officeDocument/2006/relationships" id="2147483654" r:id="Rbc53254530ea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8fa308f1b4a35" /><Relationship Type="http://schemas.openxmlformats.org/officeDocument/2006/relationships/notesSlide" Target="/ppt/notesSlides/notesSlide1.xml" Id="R4295b2d0360947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baa6242714e19" /><Relationship Type="http://schemas.openxmlformats.org/officeDocument/2006/relationships/notesSlide" Target="/ppt/notesSlides/notesSlide2.xml" Id="Rebccdf65a0a4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dfb6eda694212" /><Relationship Type="http://schemas.openxmlformats.org/officeDocument/2006/relationships/notesSlide" Target="/ppt/notesSlides/notesSlide3.xml" Id="R79b7fb0db61e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74afb333f4881" /><Relationship Type="http://schemas.openxmlformats.org/officeDocument/2006/relationships/notesSlide" Target="/ppt/notesSlides/notesSlide4.xml" Id="Rf50744a514a6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09938d87e4557" /><Relationship Type="http://schemas.openxmlformats.org/officeDocument/2006/relationships/notesSlide" Target="/ppt/notesSlides/notesSlide5.xml" Id="R24b49613f0184e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242f339a34c89" /><Relationship Type="http://schemas.openxmlformats.org/officeDocument/2006/relationships/notesSlide" Target="/ppt/notesSlides/notesSlide6.xml" Id="R81465bf799444e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b6def584a4f2f" /><Relationship Type="http://schemas.openxmlformats.org/officeDocument/2006/relationships/notesSlide" Target="/ppt/notesSlides/notesSlide7.xml" Id="R580e665b1c8a40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a0c58bc924dcf" /><Relationship Type="http://schemas.openxmlformats.org/officeDocument/2006/relationships/notesSlide" Target="/ppt/notesSlides/notesSlide8.xml" Id="R479a899c71e6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79f47e45849fd" /><Relationship Type="http://schemas.openxmlformats.org/officeDocument/2006/relationships/notesSlide" Target="/ppt/notesSlides/notesSlide9.xml" Id="R16d9c7ee901349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c190418114c65" /><Relationship Type="http://schemas.openxmlformats.org/officeDocument/2006/relationships/notesSlide" Target="/ppt/notesSlides/notesSlide10.xml" Id="R0e90090405b849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036264f0d40ec" /><Relationship Type="http://schemas.openxmlformats.org/officeDocument/2006/relationships/notesSlide" Target="/ppt/notesSlides/notesSlide11.xml" Id="R0b2b203e989546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3355c1a8e431c" /><Relationship Type="http://schemas.openxmlformats.org/officeDocument/2006/relationships/notesSlide" Target="/ppt/notesSlides/notesSlide12.xml" Id="R7e3e76180d754f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e3c1720c24e90" /><Relationship Type="http://schemas.openxmlformats.org/officeDocument/2006/relationships/notesSlide" Target="/ppt/notesSlides/notesSlide13.xml" Id="Rd10f3042946d44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1442-97AE-45A0-82B4-577AFC2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1F4E-AA9E-4122-A12F-DE57FCC8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AB724FC4-CB73-4914-9B77-8734521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AC820-7195-4464-AE8B-AB036BFD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164667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9E6C480-19D2-47B0-9A37-B3693C1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900C8-91B7-4DCE-992E-D82DD611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44CEE01-B93B-4802-8DAC-C14C3CED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3F78C-2107-4507-A455-E517CAAA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751E9-CC76-4F69-808B-0442151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65D3C-1961-437D-9802-6C37763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03AA2-CAED-436D-B7A8-4478D898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63559-EC63-4C73-A4F2-75F0BDC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AF745-74D6-489A-AD8B-945A1FF6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7DBC5-D7A4-45B5-B565-F535FFD8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8624B-94F6-4197-9E31-5C15C0F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348DF-A014-4D94-8A4E-9269880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38059-AE0F-4E4C-B47C-C0505938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238022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4FABD54-4DAB-403E-8FEE-2940E25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F8A60-C3A6-40CA-A529-9F5D5EB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4202E977-E703-49E3-BCAD-97EC28A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367D1-C5FC-46FC-B730-91932FD4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0AF1A-C473-4D60-9C3C-947FC70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6E545-9398-4CD9-9B27-2838066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3DCDC-1B96-435A-BD64-E66DCC86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C196C-4F10-4A51-BF92-05EBB58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84BDC-642E-4402-8286-4D5468FB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97F7E-44EB-4FF2-A382-F284E85C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7B61B-1125-44CD-844E-1D0D2E14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E7A94-4703-49C4-B79E-E70A69CE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1C2D0-95FD-4601-9FCB-2A9B4E1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B9AFF-4AD3-4194-A34F-12009D6F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CC535-A73C-4D62-B273-5DDA64B2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72E40-CD39-4B87-A9AD-3D61AFC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1510B-D879-4DE1-8475-BFE83E2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4C688-70D4-4435-B82B-A719C038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196C2-40DD-46BD-BFEA-DB16937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18ECC-7505-4019-9F64-B4D81E21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205484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561DD-2F46-44E5-A357-3932BF6DA6C4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9048750" y="37433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83B71-5DC1-4AEA-8C17-1A90B2A4728F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3143250" y="3743325"/>
            <a:ext cx="590550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BE617A-630C-445F-8CBD-81159FEC1D1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24563" y="2343150"/>
            <a:ext cx="404813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934E7-E664-42FA-B3CD-461B46980D02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762625" y="2343150"/>
            <a:ext cx="261938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E333A-3630-4B10-B83B-30A968F7C49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249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E5D62-1525-4E76-BED5-97732B5DCE9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008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F553F-A193-426F-AFDA-F1B003A3AF2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767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53E5E-27E0-4B18-8B09-B060266237C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526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4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9C7B277-5CD8-47D1-957B-F34C3AD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D450-1B5F-47A0-B518-A5520A60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system workflow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C314932-697B-406F-989F-4BE11FE6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FB4B1-ADB4-45CD-ABB9-4FA4F5AF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A073C-CB51-4A83-9429-8A6C0F7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8E544-4941-4DEE-941B-014F6D92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From sign-in to a shared, saved document, including the project’s AI and language services.</a:t>
            </a:r>
          </a:p>
        </p:txBody>
      </p:sp>
      <p:sp>
        <p:nvSpPr>
          <p:cNvPr id="7" name="Users">
            <a:extLst xmlns:a="http://schemas.openxmlformats.org/drawingml/2006/main">
              <a:ext uri="{FF2B5EF4-FFF2-40B4-BE49-F238E27FC236}">
                <a16:creationId xmlns:a16="http://schemas.microsoft.com/office/drawing/2014/main" id="{BE705184-7FD9-4057-B436-8D4EFE69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EF88A-DD57-4B87-9137-13FABAD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9AB4B-24F8-4712-BE1C-11879C7F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Sign in; join a channel; open a document</a:t>
            </a:r>
          </a:p>
        </p:txBody>
      </p:sp>
      <p:sp>
        <p:nvSpPr>
          <p:cNvPr id="10" name="React interface">
            <a:extLst xmlns:a="http://schemas.openxmlformats.org/drawingml/2006/main">
              <a:ext uri="{FF2B5EF4-FFF2-40B4-BE49-F238E27FC236}">
                <a16:creationId xmlns:a16="http://schemas.microsoft.com/office/drawing/2014/main" id="{75A8436F-520A-42ED-9403-9EEE4354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F6F34-0D72-43B8-B3B8-5697271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71E6A-69DE-4D2D-997B-9DE0467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Edit, format and request writing help</a:t>
            </a:r>
          </a:p>
        </p:txBody>
      </p:sp>
      <p:sp>
        <p:nvSpPr>
          <p:cNvPr id="13" name="Express + Socket.IO">
            <a:extLst xmlns:a="http://schemas.openxmlformats.org/drawingml/2006/main">
              <a:ext uri="{FF2B5EF4-FFF2-40B4-BE49-F238E27FC236}">
                <a16:creationId xmlns:a16="http://schemas.microsoft.com/office/drawing/2014/main" id="{896000C7-5F0C-47C5-839B-D090F5D5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46B99-C7B7-4EE8-B63D-A2C788D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Express + Socket.IO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256C1-0B07-4B4F-BC07-6C273EE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Checks identity and role; handles REST and live events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3B798A17-AD9D-4D57-BE4E-75C00C1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1608C-25EF-4E01-9ECF-FAD8F2AB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899A7-0AC0-4B15-B1BC-EDEDBC2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Applies insert/delete operations; orders concurrent edits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2BFE028C-879E-408A-9824-5F74062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8C913-2CE1-4BF1-98F8-95FA375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53467-0915-4ABA-9BF4-302DF912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Accounts, channels, documents, operations and versions</a:t>
            </a:r>
          </a:p>
        </p:txBody>
      </p:sp>
      <p:sp>
        <p:nvSpPr>
          <p:cNvPr id="26" name="Document management">
            <a:extLst xmlns:a="http://schemas.openxmlformats.org/drawingml/2006/main">
              <a:ext uri="{FF2B5EF4-FFF2-40B4-BE49-F238E27FC236}">
                <a16:creationId xmlns:a16="http://schemas.microsoft.com/office/drawing/2014/main" id="{9A9B3626-D698-4A5B-9D70-7736E3D4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C0289-6229-4F71-8FB6-4F876726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EE525-0A23-4EAB-8E18-950A4C4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Channel membership and role checks  •  document load/save  •  version history  •  preview and restore</a:t>
            </a:r>
          </a:p>
        </p:txBody>
      </p:sp>
      <p:sp>
        <p:nvSpPr>
          <p:cNvPr id="29" name="Writing and language request">
            <a:extLst xmlns:a="http://schemas.openxmlformats.org/drawingml/2006/main">
              <a:ext uri="{FF2B5EF4-FFF2-40B4-BE49-F238E27FC236}">
                <a16:creationId xmlns:a16="http://schemas.microsoft.com/office/drawing/2014/main" id="{BA148BAA-1ABF-4759-A401-882B94A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3DFB5-689F-44E0-B8E9-E6E9541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Writing and language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00A40-374A-4FDD-97BF-B943077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grammar, similarity or writing actions through the application server.</a:t>
            </a:r>
          </a:p>
        </p:txBody>
      </p:sp>
      <p:sp>
        <p:nvSpPr>
          <p:cNvPr id="34" name="Local language services">
            <a:extLst xmlns:a="http://schemas.openxmlformats.org/drawingml/2006/main">
              <a:ext uri="{FF2B5EF4-FFF2-40B4-BE49-F238E27FC236}">
                <a16:creationId xmlns:a16="http://schemas.microsoft.com/office/drawing/2014/main" id="{2A373F9B-13A5-4926-BFDC-4A26361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A6B0A4-532F-4455-BC93-B4E2E25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language 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D5BA78-CEC4-4E51-9646-70A878B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a local TF-IDF corpus checks similarity. If LanguageTool is down, one Gemini grammar fallback is attempted with a cooldown.</a:t>
            </a:r>
          </a:p>
        </p:txBody>
      </p:sp>
      <p:sp>
        <p:nvSpPr>
          <p:cNvPr id="37" name="Gemini API">
            <a:extLst xmlns:a="http://schemas.openxmlformats.org/drawingml/2006/main">
              <a:ext uri="{FF2B5EF4-FFF2-40B4-BE49-F238E27FC236}">
                <a16:creationId xmlns:a16="http://schemas.microsoft.com/office/drawing/2014/main" id="{831F543C-26D7-410A-9D77-CFD61DBB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B741DC-0A5A-4125-9835-97F29CA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352C83-AD6E-4891-8265-E47891B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keeps GEMINI_API_KEY private and sends improve, paraphrase, summarize, translate and autocomplete requests. No local generative LLM is included.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CC932-F1CD-4DF9-869D-5647903E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Grammar / similarity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7C27E4-51D8-4BE5-AEEC-FB390A91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Generative writing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7AAD18-36E1-42E8-9B8C-30F86E4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returns documents, versions and AI responses. Socket.IO broadcasts accepted edits to connected collaborators.</a:t>
            </a:r>
          </a:p>
        </p:txBody>
      </p:sp>
      <p:sp>
        <p:nvSpPr>
          <p:cNvPr id="45" name="Shared outcome">
            <a:extLst xmlns:a="http://schemas.openxmlformats.org/drawingml/2006/main">
              <a:ext uri="{FF2B5EF4-FFF2-40B4-BE49-F238E27FC236}">
                <a16:creationId xmlns:a16="http://schemas.microsoft.com/office/drawing/2014/main" id="{A9174466-ED5A-42CE-BAD6-B21E2083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9AABD-E7CE-441D-8F30-7439ED6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483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outcome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37991E-87ED-4379-B39F-095960FA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72175"/>
            <a:ext cx="834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Authorized edits converge through TextCRDT, persist in PostgreSQL and appear in each collaborator’s document.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BE84FD-B1C5-442A-8D54-7BD2959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334125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Evaluation: 13 CRDT unit tests; demonstrate concurrent editing in two sessions.</a:t>
            </a:r>
          </a:p>
        </p:txBody>
      </p:sp>
    </p:spTree>
    <p:extLst>
      <p:ext uri="{BB962C8B-B14F-4D97-AF65-F5344CB8AC3E}">
        <p14:creationId xmlns:p14="http://schemas.microsoft.com/office/powerpoint/2010/main" val="1054868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7871F-A3B7-41B2-8ED8-11C2F2E31321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3"/>
          </p:cNvCxnSpPr>
          <p:nvPr/>
        </p:nvCxnSpPr>
        <p:spPr>
          <a:xfrm xmlns:a="http://schemas.openxmlformats.org/drawingml/2006/main">
            <a:off x="9444038" y="4391025"/>
            <a:ext cx="938213" cy="938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A73E7-EEBD-4138-A5AC-463A82D2E59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05625" y="378142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C4DA8-D5E6-4F36-AB36-4B77D1D6729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209800"/>
            <a:ext cx="8763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331EB-2914-4525-9616-40C0169EBA0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38450" y="2100263"/>
            <a:ext cx="87630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sp>
        <p:nvSpPr>
          <p:cNvPr id="2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8637F28-77AD-4E2C-90BB-A5F3CBF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BD4D-9A34-41C5-B0AC-0C7A3FE4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language tools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BAB8557-5CFE-456E-9C8D-9021449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DE03E-4CB6-4FB7-BB24-562A65C9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5FFC5-80D9-4686-BD93-57D5D0F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35056-15D4-499E-B593-C0D888F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each request to the service that provides that feature.</a:t>
            </a:r>
          </a:p>
        </p:txBody>
      </p:sp>
      <p:sp>
        <p:nvSpPr>
          <p:cNvPr id="7" name="Editor request">
            <a:extLst xmlns:a="http://schemas.openxmlformats.org/drawingml/2006/main">
              <a:ext uri="{FF2B5EF4-FFF2-40B4-BE49-F238E27FC236}">
                <a16:creationId xmlns:a16="http://schemas.microsoft.com/office/drawing/2014/main" id="{F3BF58D1-995B-40A4-80B9-FDE1DC8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27FA8-97D1-4C1B-AF1B-A024C36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Editor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5CAC-E693-4834-B7F4-060EC81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Grammar, similarity or an AI writing action</a:t>
            </a:r>
          </a:p>
        </p:txBody>
      </p:sp>
      <p:sp>
        <p:nvSpPr>
          <p:cNvPr id="10" name="Local services">
            <a:extLst xmlns:a="http://schemas.openxmlformats.org/drawingml/2006/main">
              <a:ext uri="{FF2B5EF4-FFF2-40B4-BE49-F238E27FC236}">
                <a16:creationId xmlns:a16="http://schemas.microsoft.com/office/drawing/2014/main" id="{14C6AE84-8F9F-4199-9BBA-DD260BB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C5B5F-F564-489A-A067-CF580B6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A558B-BBE5-4DFF-AC82-3DB653B2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9622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local TF-IDF corpus checks text similarity. If LanguageTool is unavailable, one Gemini grammar fallback is attempted with a cooldown.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3AD040D5-0AB7-443C-BB01-D942360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667E9-D89D-4C41-A70A-C99141E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A5882-3187-4125-88F4-957A28B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Keeps GEMINI_API_KEY private; applies per-user rate limits</a:t>
            </a:r>
          </a:p>
        </p:txBody>
      </p:sp>
      <p:sp>
        <p:nvSpPr>
          <p:cNvPr id="16" name="Gemini API">
            <a:extLst xmlns:a="http://schemas.openxmlformats.org/drawingml/2006/main">
              <a:ext uri="{FF2B5EF4-FFF2-40B4-BE49-F238E27FC236}">
                <a16:creationId xmlns:a16="http://schemas.microsoft.com/office/drawing/2014/main" id="{0FFA838C-2CBF-45C1-98E1-EF0F5B5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E8475-1C67-4900-907E-64D6C20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ACC16-9581-4F4D-8E21-E1ADDB9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Improve, paraphrase, summarize, translate and autocomplete</a:t>
            </a:r>
          </a:p>
        </p:txBody>
      </p:sp>
      <p:sp>
        <p:nvSpPr>
          <p:cNvPr id="22" name="When Gemini is unavailable">
            <a:extLst xmlns:a="http://schemas.openxmlformats.org/drawingml/2006/main">
              <a:ext uri="{FF2B5EF4-FFF2-40B4-BE49-F238E27FC236}">
                <a16:creationId xmlns:a16="http://schemas.microsoft.com/office/drawing/2014/main" id="{C945DAB0-BE94-4F39-B943-95B821C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87BBC-605C-4EE4-AA4C-5A2AF4B4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Gemini is unavailable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BF05C-51E0-491C-B861-F60467DA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Summary shows an extractive preview. Autocomplete returns no text. Paraphrase and translation show an unavailable message. There is no local generative LLM fallback in this build.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ECA75-B245-45D7-87B8-CED5974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GitHub Pages can host the browser interface only. The API server, database and LanguageTool service must be hosted separately; configure LANGUAGETOOL_URL to reach that service.</a:t>
            </a:r>
          </a:p>
        </p:txBody>
      </p:sp>
    </p:spTree>
    <p:extLst>
      <p:ext uri="{BB962C8B-B14F-4D97-AF65-F5344CB8AC3E}">
        <p14:creationId xmlns:p14="http://schemas.microsoft.com/office/powerpoint/2010/main" val="1625685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32B4C48-D960-43CA-8ECB-6D2F985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3EEBC-DBDF-4BA5-8258-FBA55DB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4296C803-EAB9-4475-B5F1-1521CD8D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3FC8-38FB-4F36-848B-524664A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8BC6-851A-45E5-BEA8-D7D5C55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6B949-30DF-4591-9A5B-21146C8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46FD-8CC7-4985-B927-05E1FD8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49736-068A-48BC-BA52-645D675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AD70E-AAD1-4B5E-9884-23A037D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33FE7-DAC8-47E2-8DF0-6C687F0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070F5-5EE6-4CAB-A0B7-2B72DA42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1EA3F-BB15-4FFA-99B8-586FC54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2F105-0B02-4690-A145-3BB0AC9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3FC0A-820D-48A9-8275-D8C04DD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EC8BC-E99D-4EDC-B955-A0B88E54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9A2CA-CFAD-4B63-AD48-D97F47E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E5D3E-A7FD-4E7C-977A-6A40F68A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D82B0-E2A7-406D-BD1D-98DD684F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3FF61-246A-40C7-BF6E-9F9A06E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69575-02E7-4334-90FA-9B6529C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82B0F-1A3F-449A-BD38-1114C9E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27994-0A07-4E9E-B9D0-85717E7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6286A-52F4-4CA6-B916-A510FAF4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1535774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C467EEF-5BE1-4F2C-943C-D36173F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92260-1E1C-4D25-AB03-3635A98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C645581-BC41-4572-B721-F4957FCD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B448-B1B6-4BB3-BFF6-5B73E887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9030A-4271-4B55-B468-B61A3FE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6D283-8253-4DAD-ABF9-06546E9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EB4C0-A4E1-4987-8321-3BD3556B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2A39-31BF-4E9B-B9EB-FE6A7573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E7B39-5A82-4C02-B68C-130EB4E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6E476-09E7-46A0-B7E5-BDFC9C4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D8986-872E-4F28-9E3A-5AB0C7B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6E18E-FA97-46A4-85E8-3032720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10240-0BE4-4269-A09C-287D509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28E5F-2FB6-48AD-9217-932FFF3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51CDB-8449-4427-9178-D6058E5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05B59-5D61-46DD-A604-C7A776F4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C4474-C286-4843-B685-6CE4C44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885924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144C57D-6289-43DE-B164-29C6D607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E1C3-CACE-4723-90F7-4A5594B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8273590-8998-4667-9207-C819FC89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56D8-C1D6-49A5-B3FC-12320B5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CC04-A440-425B-B35D-760E9C2E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154A-E1EA-442B-9719-7461191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2D55E-15FF-4E4C-A148-0678B931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446FA-8AD7-418F-8F4B-67975400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BB72-0A55-454A-8D39-FBB23A63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97D41-E888-450D-ACEF-862C022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09173-881A-43A5-88C6-0608B96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950FC-8A62-424B-A0BA-48101D76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82CD5-78C5-4258-8698-727C34C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9C483-03E1-4F06-9429-591DE12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8E8C6-553E-4CB0-B4B0-A2D2B30D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62F67-BBDD-4D9B-B5D6-15D34BD3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E4485-22BD-4054-9F91-E5BB4F4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6D490-CA71-4CFB-BC7F-F7CFD710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09A79-1207-4434-B739-26A2E460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37822-CC98-4090-A1EE-1DAF450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C3CED-CC39-4745-8475-BF2BD0F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037B5-1A70-4CD4-A64A-4DE03063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95AC3-9F03-457A-B8AD-05979F4A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238E2-7E71-4017-AF3C-FE83412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554B9-1445-4959-A425-7B7F90D4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4880F-62E3-46C6-8D59-B369477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3FDEBC-372B-402F-803D-F442D01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94161-55CB-46C6-AEE8-6F8AD96D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44EA6-DF76-4187-B2A1-08555CC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759277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0F58155-CFCE-4129-B4A8-E7FC3BF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E68A5-AC3F-4BD1-B9E3-D2471D3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new, and how the method adapts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134C8695-FF53-4FA0-97A8-A4BE181F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A9204-1878-412B-83FC-714506CC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6CE81-09F4-44F4-AEB3-FFE38A88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1DF69-4B4D-49BC-8F52-7EAAC60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CE3F1-2C52-4DDB-BBAF-5CBBA660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7ED6C-4120-4325-9775-D2F9C845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5DAC5-71CE-4754-955B-FD63FAF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8B753-9365-40D3-BC50-07CB906E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7E1A3-599D-4D70-9208-3CD57E5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87EBB-F894-4974-9ECE-079C491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EB4D4-2DD5-4757-8E7D-6255211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0DB6E-9C79-4A3E-BD19-3F080E0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A505D-D841-483A-9BC1-9BFCD38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64DFB-9A0F-421E-85C0-7A29F55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EE5A8-3EC9-4C53-94A8-807FA68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EC3BD-DD23-4473-A469-8978387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62B7A-B96D-4DE6-B01C-014EAD27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EEF8A-A938-4963-9BF5-77B537FF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03804-1793-4644-9A42-334C45C6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ED568-9777-425F-8706-68425DE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664315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7E37A4B-6362-4913-BA56-C6DD65C9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2295B-CDDC-4467-9749-61F373F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evaluation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D7B39A17-1F61-4AF8-8186-579C360B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975B6-2064-4C41-9B79-94FC5AB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F2048-9DC1-44BF-87E3-36A1140A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8F97-D6C5-415D-AD5A-2D933BF7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FC3F7-5359-4868-8AEF-C85E8CD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F9A4B-B16B-4723-BA41-20BF33B6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40F8D-0C17-4DB4-ADF9-BC859ABA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8F109-1812-42FC-AFFB-995DC7E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BEE8D-1A80-4BD0-ABDC-727F7B7F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5E582-70A6-4E87-B722-94449BD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EAC0F-6ADA-4E52-9DA8-A60FB59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95902-94FA-4C27-8E7C-9124B243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D725A-094B-4C46-A8EC-77DCD34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08D62-A484-4300-8722-6E1A6F04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74E1B-B399-4C96-BFF0-3A6CA0CA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40491-89B7-408C-9C02-BDF35FA2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BA751-13C5-4A97-B86F-175065C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A0A13-743B-40D5-B2FE-50AD1EF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718D6-39D9-4BED-B5B9-4D75CE86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35DC1-87A6-4CE1-818A-D4A7E9B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7E634-D7BB-4575-8821-A9D1BF1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C316E-B7B3-4131-938F-322B2BE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85BC8-08C3-4518-9DDD-56192895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19285201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7D9914D-D987-4A14-9642-73DFD11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E05A4-C3EE-4B33-B140-A4F0CBAA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users and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F3D1336-4C86-45C9-A348-2E7E67E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BAB4-9DED-4BF7-AE5A-8E5E663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42152-A478-4BAC-9DD6-FA25535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198C6-B04F-4931-9296-2A947276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790D1-5CE3-4D07-B345-041A5F0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0B366-9FC6-4646-990B-2D02CDA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294AA-181E-40A1-BDB6-6598A753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2BA13-C1B7-4CF1-8FA2-DEC31F0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1D507-F5B4-44A9-9EC3-2FAEAE83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AB623-9A1A-43AB-99BD-6C337CF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469B4-7279-4BF5-B4E8-9BE6E7D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C09BE-DF5E-4526-AC16-0A526EA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4D307-F2CD-477E-B510-7A5296F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F80C1-7F3B-4B87-BA16-B655915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6B647-4F16-42FA-B02D-87224D4E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67BE7-4476-4A6C-963D-1589B40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E62DD-3C4F-4F63-8FD7-0B6CC67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0436D-1B74-4F47-80FC-7BAFD95B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26879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35C831-F0CC-4E09-8C2F-BDF3928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0AF96-3AE1-4B2C-AEEB-B928792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Dissemination and presentation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60910F5-428F-4CAC-8CEC-BABD4A3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45A38-5014-4586-92D4-E95FDACF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6CF12-DB55-4B30-85CB-CA4FBF95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CAC5E-B5E6-4577-A4AA-2FB17EBD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739D9-B30A-40E5-A013-BFB89C3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C05BD-389D-459B-B39D-5A15AD68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53641-93F7-4F6E-A92E-50C24FD4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E0A8E-C947-454C-94B5-C82E604A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B3A5A-AEBD-4580-8481-F2CC77A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B5EA-8942-4E75-9EEB-E1F8969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B315E-A1FE-4ADE-9054-C83AD94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C0635-8ADB-456A-8A98-529F073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06358-2B51-4A1E-AF10-9D60AC1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C669B-C198-4A10-B607-C21FE59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CA099-EF11-4EA0-AE89-5755725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21A1B-6337-4408-BB2D-1594AA9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0EFEE-913F-4212-8927-36BB8A6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3AAE6-6DD1-4BBA-BCB0-CF18B82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E603C-0897-4D61-83D9-DAED6228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9A707-214D-4A50-9676-6FFE9390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111599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17F14F1-C468-4369-B53C-3DDE95B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A1B14-883D-4AFB-9391-E8451DB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07B3868-F7D1-46EA-895B-6AC3A9E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B0350-B5E2-4539-A905-265148A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05528-2A38-46FE-A7CE-66341E1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675E9-3965-4AEA-A352-47DAD04B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9C2A3-DBEB-4D04-835C-CFA791F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B67F2-59E9-458C-8DCA-A832D04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61A15-9466-498F-B598-34E6A734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E062C-5AC6-4A2B-B220-ABD4F1E2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8740A-C875-4A3A-B883-67C955B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A20DE-7E96-44D1-9486-F80840C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8A7B7-37B8-4762-B06F-3907B78B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712864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2026-10-09T07:14:36.1700000Z</dcterms:created>
  <dcterms:modified xsi:type="dcterms:W3CDTF">2026-10-09T07:14:36.1700000Z</dcterms:modified>
</coreProperties>
</file>