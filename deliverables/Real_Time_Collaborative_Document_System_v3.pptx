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17adab73f472b" /><Relationship Type="http://schemas.openxmlformats.org/officeDocument/2006/relationships/extended-properties" Target="/docProps/app.xml" Id="Rf723671cc63c48fa" /><Relationship Type="http://schemas.openxmlformats.org/officeDocument/2006/relationships/officeDocument" Target="/ppt/presentation.xml" Id="Rebfd2d4512c2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24a2ff06f4b24"/>
  </p:sldMasterIdLst>
  <p:notesMasterIdLst>
    <p:notesMasterId xmlns:r="http://schemas.openxmlformats.org/officeDocument/2006/relationships" r:id="Rd88e822a74054e64"/>
  </p:notesMasterIdLst>
  <p:sldIdLst>
    <p:sldId xmlns:r="http://schemas.openxmlformats.org/officeDocument/2006/relationships" id="256" r:id="R275ac3ed79a947df"/>
    <p:sldId xmlns:r="http://schemas.openxmlformats.org/officeDocument/2006/relationships" id="257" r:id="R6f2fe74b9aca451d"/>
    <p:sldId xmlns:r="http://schemas.openxmlformats.org/officeDocument/2006/relationships" id="258" r:id="R2f08a313add541f0"/>
    <p:sldId xmlns:r="http://schemas.openxmlformats.org/officeDocument/2006/relationships" id="259" r:id="R2a3de405ea734dc9"/>
    <p:sldId xmlns:r="http://schemas.openxmlformats.org/officeDocument/2006/relationships" id="260" r:id="R725693c7cc08400e"/>
    <p:sldId xmlns:r="http://schemas.openxmlformats.org/officeDocument/2006/relationships" id="261" r:id="Rb1ff60178f6543d1"/>
    <p:sldId xmlns:r="http://schemas.openxmlformats.org/officeDocument/2006/relationships" id="262" r:id="Rc31bd325415b4953"/>
    <p:sldId xmlns:r="http://schemas.openxmlformats.org/officeDocument/2006/relationships" id="263" r:id="R296e348eb9164b20"/>
    <p:sldId xmlns:r="http://schemas.openxmlformats.org/officeDocument/2006/relationships" id="264" r:id="Rff5fab1bfe9247d3"/>
    <p:sldId xmlns:r="http://schemas.openxmlformats.org/officeDocument/2006/relationships" id="265" r:id="Rf054ffdaccfa479b"/>
    <p:sldId xmlns:r="http://schemas.openxmlformats.org/officeDocument/2006/relationships" id="266" r:id="Rd907cf76012544ab"/>
    <p:sldId xmlns:r="http://schemas.openxmlformats.org/officeDocument/2006/relationships" id="267" r:id="R4ec942124f984b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c4d05472f4ae6" /><Relationship Type="http://schemas.openxmlformats.org/officeDocument/2006/relationships/slideMaster" Target="/ppt/slideMasters/slideMaster1.xml" Id="R73824a2ff06f4b24" /><Relationship Type="http://schemas.openxmlformats.org/officeDocument/2006/relationships/notesMaster" Target="/ppt/notesMasters/notesMaster1.xml" Id="Rd88e822a74054e64" /><Relationship Type="http://schemas.openxmlformats.org/officeDocument/2006/relationships/presProps" Target="/ppt/presProps.xml" Id="Rc7ba3cf6f0c243c1" /><Relationship Type="http://schemas.openxmlformats.org/officeDocument/2006/relationships/tableStyles" Target="/ppt/tableStyles.xml" Id="R846adcaf95504551" /><Relationship Type="http://schemas.openxmlformats.org/officeDocument/2006/relationships/slide" Target="/ppt/slides/slide1.xml" Id="R275ac3ed79a947df" /><Relationship Type="http://schemas.openxmlformats.org/officeDocument/2006/relationships/slide" Target="/ppt/slides/slide2.xml" Id="R6f2fe74b9aca451d" /><Relationship Type="http://schemas.openxmlformats.org/officeDocument/2006/relationships/slide" Target="/ppt/slides/slide3.xml" Id="R2f08a313add541f0" /><Relationship Type="http://schemas.openxmlformats.org/officeDocument/2006/relationships/slide" Target="/ppt/slides/slide4.xml" Id="R2a3de405ea734dc9" /><Relationship Type="http://schemas.openxmlformats.org/officeDocument/2006/relationships/slide" Target="/ppt/slides/slide5.xml" Id="R725693c7cc08400e" /><Relationship Type="http://schemas.openxmlformats.org/officeDocument/2006/relationships/slide" Target="/ppt/slides/slide6.xml" Id="Rb1ff60178f6543d1" /><Relationship Type="http://schemas.openxmlformats.org/officeDocument/2006/relationships/slide" Target="/ppt/slides/slide7.xml" Id="Rc31bd325415b4953" /><Relationship Type="http://schemas.openxmlformats.org/officeDocument/2006/relationships/slide" Target="/ppt/slides/slide8.xml" Id="R296e348eb9164b20" /><Relationship Type="http://schemas.openxmlformats.org/officeDocument/2006/relationships/slide" Target="/ppt/slides/slide9.xml" Id="Rff5fab1bfe9247d3" /><Relationship Type="http://schemas.openxmlformats.org/officeDocument/2006/relationships/slide" Target="/ppt/slides/slide10.xml" Id="Rf054ffdaccfa479b" /><Relationship Type="http://schemas.openxmlformats.org/officeDocument/2006/relationships/slide" Target="/ppt/slides/slide11.xml" Id="Rd907cf76012544ab" /><Relationship Type="http://schemas.openxmlformats.org/officeDocument/2006/relationships/slide" Target="/ppt/slides/slide12.xml" Id="R4ec942124f984b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9e8a7d5bf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75fdaef41c4b20" /><Relationship Type="http://schemas.openxmlformats.org/officeDocument/2006/relationships/notesMaster" Target="/ppt/notesMasters/notesMaster1.xml" Id="Rcd4bcd18f8bd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a4288ca6bf432d" /><Relationship Type="http://schemas.openxmlformats.org/officeDocument/2006/relationships/notesMaster" Target="/ppt/notesMasters/notesMaster1.xml" Id="R1f1627f0fc5f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afc6f2c77649c7" /><Relationship Type="http://schemas.openxmlformats.org/officeDocument/2006/relationships/notesMaster" Target="/ppt/notesMasters/notesMaster1.xml" Id="R40100426cb02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fb52aef66a408b" /><Relationship Type="http://schemas.openxmlformats.org/officeDocument/2006/relationships/notesMaster" Target="/ppt/notesMasters/notesMaster1.xml" Id="Rb7badf374d6e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d8763bdf544d87" /><Relationship Type="http://schemas.openxmlformats.org/officeDocument/2006/relationships/notesMaster" Target="/ppt/notesMasters/notesMaster1.xml" Id="Re93f3657039440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23387f0d7843f0" /><Relationship Type="http://schemas.openxmlformats.org/officeDocument/2006/relationships/notesMaster" Target="/ppt/notesMasters/notesMaster1.xml" Id="R0b78f0f41d3f4d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60025b7f294b0e" /><Relationship Type="http://schemas.openxmlformats.org/officeDocument/2006/relationships/notesMaster" Target="/ppt/notesMasters/notesMaster1.xml" Id="R912313dea1e943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64e86341d74a1a" /><Relationship Type="http://schemas.openxmlformats.org/officeDocument/2006/relationships/notesMaster" Target="/ppt/notesMasters/notesMaster1.xml" Id="R45f2d2178fd24c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1e40c3a8854293" /><Relationship Type="http://schemas.openxmlformats.org/officeDocument/2006/relationships/notesMaster" Target="/ppt/notesMasters/notesMaster1.xml" Id="Rcd11a7e31a1e41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8607e281784553" /><Relationship Type="http://schemas.openxmlformats.org/officeDocument/2006/relationships/notesMaster" Target="/ppt/notesMasters/notesMaster1.xml" Id="Rfec14954325948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8dc02a74974737" /><Relationship Type="http://schemas.openxmlformats.org/officeDocument/2006/relationships/notesMaster" Target="/ppt/notesMasters/notesMaster1.xml" Id="Rd6d9507ec2ab4c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4cd7cfb45844b1" /><Relationship Type="http://schemas.openxmlformats.org/officeDocument/2006/relationships/notesMaster" Target="/ppt/notesMasters/notesMaster1.xml" Id="R79bd99857f7442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babce08bb48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5b9ebbd4b42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80ab86e2448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c7c2f321a4d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3122079dc4d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23587c37141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8F840E-DF3A-45C5-A981-D87B9B6B9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1CF153-0B53-4161-BD0A-FED15A43E1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DD906C-84C9-45D8-8B1F-08A530664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CF1BA7-AB23-4FE3-9277-80597D827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F8EADA-3152-404F-9C95-A471A6E42F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5F40A1-71E9-4078-B8A6-5712FAE74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821F82-B16E-4B26-B5E1-D2D5E592D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139947-C2B3-4D2C-BA30-C689DA713D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B02F32-5AFD-455A-9A86-BDBED4171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F3FB49-A2C3-4DCF-9797-793823BE7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1b66478374d54" /><Relationship Type="http://schemas.openxmlformats.org/officeDocument/2006/relationships/slideLayout" Target="/ppt/slideLayouts/slideLayout1.xml" Id="Re18a7614b0674a69" /><Relationship Type="http://schemas.openxmlformats.org/officeDocument/2006/relationships/slideLayout" Target="/ppt/slideLayouts/slideLayout2.xml" Id="Rb332ea5ea20c438c" /><Relationship Type="http://schemas.openxmlformats.org/officeDocument/2006/relationships/slideLayout" Target="/ppt/slideLayouts/slideLayout3.xml" Id="Rb4cff60caf1d4c98" /><Relationship Type="http://schemas.openxmlformats.org/officeDocument/2006/relationships/slideLayout" Target="/ppt/slideLayouts/slideLayout4.xml" Id="Rbe3afd8282904341" /><Relationship Type="http://schemas.openxmlformats.org/officeDocument/2006/relationships/slideLayout" Target="/ppt/slideLayouts/slideLayout5.xml" Id="Rde421e1c2a494cd6" /><Relationship Type="http://schemas.openxmlformats.org/officeDocument/2006/relationships/slideLayout" Target="/ppt/slideLayouts/slideLayout6.xml" Id="R96a4ad0eecaa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8a7614b0674a69"/>
    <p:sldLayoutId xmlns:r="http://schemas.openxmlformats.org/officeDocument/2006/relationships" id="2147483650" r:id="Rb332ea5ea20c438c"/>
    <p:sldLayoutId xmlns:r="http://schemas.openxmlformats.org/officeDocument/2006/relationships" id="2147483651" r:id="Rb4cff60caf1d4c98"/>
    <p:sldLayoutId xmlns:r="http://schemas.openxmlformats.org/officeDocument/2006/relationships" id="2147483652" r:id="Rbe3afd8282904341"/>
    <p:sldLayoutId xmlns:r="http://schemas.openxmlformats.org/officeDocument/2006/relationships" id="2147483653" r:id="Rde421e1c2a494cd6"/>
    <p:sldLayoutId xmlns:r="http://schemas.openxmlformats.org/officeDocument/2006/relationships" id="2147483654" r:id="R96a4ad0eecaa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a0adcbd5b44d3" /><Relationship Type="http://schemas.openxmlformats.org/officeDocument/2006/relationships/notesSlide" Target="/ppt/notesSlides/notesSlide1.xml" Id="Re34acf242e25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4b5f053454f29" /><Relationship Type="http://schemas.openxmlformats.org/officeDocument/2006/relationships/notesSlide" Target="/ppt/notesSlides/notesSlide2.xml" Id="R88af1dc37c10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7f479e08f440a" /><Relationship Type="http://schemas.openxmlformats.org/officeDocument/2006/relationships/notesSlide" Target="/ppt/notesSlides/notesSlide3.xml" Id="Rcb659b7fad334d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9fee1a0b44c60" /><Relationship Type="http://schemas.openxmlformats.org/officeDocument/2006/relationships/notesSlide" Target="/ppt/notesSlides/notesSlide4.xml" Id="Rc3d7715b6cd545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9cbb83464466a" /><Relationship Type="http://schemas.openxmlformats.org/officeDocument/2006/relationships/notesSlide" Target="/ppt/notesSlides/notesSlide5.xml" Id="R937e82812eea4e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f3bcd97864430" /><Relationship Type="http://schemas.openxmlformats.org/officeDocument/2006/relationships/notesSlide" Target="/ppt/notesSlides/notesSlide6.xml" Id="Rf8a7d83ce24446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2ef842cff446e" /><Relationship Type="http://schemas.openxmlformats.org/officeDocument/2006/relationships/notesSlide" Target="/ppt/notesSlides/notesSlide7.xml" Id="Raefef11ba0d6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b0cde43194ea9" /><Relationship Type="http://schemas.openxmlformats.org/officeDocument/2006/relationships/notesSlide" Target="/ppt/notesSlides/notesSlide8.xml" Id="Rb45863da377049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3b33645a34beb" /><Relationship Type="http://schemas.openxmlformats.org/officeDocument/2006/relationships/notesSlide" Target="/ppt/notesSlides/notesSlide9.xml" Id="R52d8018505d046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e7ad0019b4233" /><Relationship Type="http://schemas.openxmlformats.org/officeDocument/2006/relationships/notesSlide" Target="/ppt/notesSlides/notesSlide10.xml" Id="Rbba82857819743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a6406c37a449b" /><Relationship Type="http://schemas.openxmlformats.org/officeDocument/2006/relationships/notesSlide" Target="/ppt/notesSlides/notesSlide11.xml" Id="R9ccfc598cf564a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97a67fa334ecc" /><Relationship Type="http://schemas.openxmlformats.org/officeDocument/2006/relationships/notesSlide" Target="/ppt/notesSlides/notesSlide12.xml" Id="R4f0b65fb703245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B8B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8414F-34F7-4BCE-860F-8F44A5F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57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Collaborative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E60AE-7FC0-405A-9C72-638804F9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3" name="team-footer">
            <a:extLst xmlns:a="http://schemas.openxmlformats.org/drawingml/2006/main">
              <a:ext uri="{FF2B5EF4-FFF2-40B4-BE49-F238E27FC236}">
                <a16:creationId xmlns:a16="http://schemas.microsoft.com/office/drawing/2014/main" id="{D4217D08-0585-4F75-A96C-F3EA396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9CD8C-1E0F-4951-BC7F-ADCBD7C0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Yusuf Shereef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Bhavesh Kumar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Madamshetty Pruthvi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Syed Mohammed Faizan</a:t>
            </a:r>
          </a:p>
        </p:txBody>
      </p:sp>
    </p:spTree>
    <p:extLst>
      <p:ext uri="{BB962C8B-B14F-4D97-AF65-F5344CB8AC3E}">
        <p14:creationId xmlns:p14="http://schemas.microsoft.com/office/powerpoint/2010/main" val="546469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7E9FA8C-2D02-4BFD-81DE-51DA0AD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4C542-D58C-4909-9F02-96C9BF4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and project goal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C32C246-BE15-4B34-9F08-5C44538C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9B1E-EC9A-4328-A511-2CCBC54A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91E1F-38A4-43BF-90CD-31B12DFE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8C213-9FDE-43B9-9CDE-42CC91C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7063C-3CD5-4245-96FA-E694D7EF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two people edit a shared document, saving a whole new copy can replace someone else’s recent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C7C2-AD11-4CF8-BC00-7A00FF5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BA2B2-DCAD-4979-BA14-881738FC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browser based document system where edits travel as small operations, merge on the server, and appear for collaborators.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D67AB-C8C3-40F8-9D93-A0D834D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A8C64-3A1E-4342-B8BA-DA9EE00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DBC9E-AC07-4FB5-BA44-DCD4F4D0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a shared document consistent while people edit at the same time, with saved history and role based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BE21D-1D8D-44D5-B647-A9E4426A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project also demonstrates how a relational database supports users, workspaces, documents, edit history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1597118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1A386BD-E706-441D-972B-C44A267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E1725-07DD-4967-AB91-33513FF5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we built the project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170915B-FA2B-423F-AE85-17AE17C3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8814E-F6CA-495A-8E9B-A32010C9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F8B80-52AB-482E-AD17-739502A6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070DF-E649-47E1-9457-42F8913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built the application in layers so each part has a clear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0875D-DE07-4C12-B2DF-1DAC20C8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08D08-C7CF-4F2A-8AC9-7DCD919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provide the document editor, formatting controls, channel pages and AI writing panel.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70DAA-F13D-4E72-9B14-1BC7248B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Application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AEEDD-61E7-455D-AC56-DBBB5962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Node.js and Express handle sign in, channels, permissions and saved document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59422-D168-4D0B-B281-1D372C80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Live collaboration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E52D1-94AC-4826-BFBD-96332024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Socket.IO carries edit operations and presence updates between people in the same document.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BD341-E5A5-447D-9291-ABFBB987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A5D8A-D2E7-43D7-BBE5-3543717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Data and implementation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8B123-7284-4024-A1D9-DB47A6F3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B21A3-5DEE-4A72-B425-816DDC2E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accounts, memberships, documents, operation history and saved versions.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005C7-0895-4C00-BD70-5C61F954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27661-6DD2-4020-BCD3-C5D1ACDA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48225"/>
            <a:ext cx="1014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character based CRDT was written for this project instead of using a ready made CRDT package.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72669-B19E-4A11-83AC-C503F7CD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95739-893C-46B1-BC2B-8F2A1676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team connected the editor to the API and socket events, then checked the CRDT behavior with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1473402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C9E1D6-E6AA-49D3-87F3-4F0B20869AE5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6096000" y="2695575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BF3D3-88DD-42F0-BD0C-4B50BBEABEC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52500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3A9E9-C767-4760-B5FE-0C661FA1DD7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43750" y="22002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14845-614C-41AA-8948-FD02C9EC6A3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14850" y="22002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2BDBF-1D83-49CA-9795-852ED5CEC58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14550" y="2200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sp>
        <p:nvSpPr>
          <p:cNvPr id="3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4B1EC2A-E3DE-45F7-9A24-F429098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3989B-0B21-40A1-91BF-F0D930E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workflow: one edit reaches every collaborator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8C1CCFB9-306F-4565-A3CE-BB0A174A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3FE0-5993-43AC-AF21-F91CB2C5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484B7-24F2-45E4-B105-87338326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C3AEE-F0F6-4442-A7C2-DFA25874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server checks each operation before it changes shared document state.</a:t>
            </a:r>
          </a:p>
        </p:txBody>
      </p:sp>
      <p:sp>
        <p:nvSpPr>
          <p:cNvPr id="7" name="Collaborators">
            <a:extLst xmlns:a="http://schemas.openxmlformats.org/drawingml/2006/main">
              <a:ext uri="{FF2B5EF4-FFF2-40B4-BE49-F238E27FC236}">
                <a16:creationId xmlns:a16="http://schemas.microsoft.com/office/drawing/2014/main" id="{71C2C2C8-C7D6-4804-BC60-3D6EC917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1657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7210B-8CCE-4A07-9A92-0B277FE8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Collaborators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94031-CAE7-4F44-BEB1-BF6F70A1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Open the same document</a:t>
            </a:r>
          </a:p>
        </p:txBody>
      </p:sp>
      <p:sp>
        <p:nvSpPr>
          <p:cNvPr id="10" name="Browser">
            <a:extLst xmlns:a="http://schemas.openxmlformats.org/drawingml/2006/main">
              <a:ext uri="{FF2B5EF4-FFF2-40B4-BE49-F238E27FC236}">
                <a16:creationId xmlns:a16="http://schemas.microsoft.com/office/drawing/2014/main" id="{BD3070CF-6953-4EF9-B1B7-6034196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04975"/>
            <a:ext cx="1943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49631-A28A-4E56-93A2-2FA8852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90700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F0D4-66F6-43C7-8FEF-263AFE8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1455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Creates insert and delete operations</a:t>
            </a:r>
          </a:p>
        </p:txBody>
      </p:sp>
      <p:sp>
        <p:nvSpPr>
          <p:cNvPr id="13" name="App server">
            <a:extLst xmlns:a="http://schemas.openxmlformats.org/drawingml/2006/main">
              <a:ext uri="{FF2B5EF4-FFF2-40B4-BE49-F238E27FC236}">
                <a16:creationId xmlns:a16="http://schemas.microsoft.com/office/drawing/2014/main" id="{27AE5EFF-DC2E-44EC-89E3-F531D2E4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04975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353BB-F089-4C36-8096-8D1115F4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D37EF-DFAC-4F90-99E7-97EA7E96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1866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Checks login, membership and role</a:t>
            </a:r>
          </a:p>
        </p:txBody>
      </p:sp>
      <p:sp>
        <p:nvSpPr>
          <p:cNvPr id="16" name="TextCRDT">
            <a:extLst xmlns:a="http://schemas.openxmlformats.org/drawingml/2006/main">
              <a:ext uri="{FF2B5EF4-FFF2-40B4-BE49-F238E27FC236}">
                <a16:creationId xmlns:a16="http://schemas.microsoft.com/office/drawing/2014/main" id="{74B16698-CC65-403A-9A07-06FAE1DC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04975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3520C-DB6A-475C-B280-C4B7886D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TextCRDT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FD8BB-3464-4B80-A229-1771E582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Applies and orders operations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2CDA11FC-909F-4898-8A44-AAB9C4A9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04975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709EE-261D-4562-86A6-31856283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907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A885A-6EA7-4D04-AB78-9765C2C1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145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Stores operations and document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79C9E-1995-4CA5-9A47-D7D6D761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1. A user types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02865-078A-43D0-9DCF-D08FDB68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76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2. The browser sends an operation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5C189-0517-4571-BDC4-082E63E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76550"/>
            <a:ext cx="235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3. The server authorizes and applies 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93A00-6AF4-4AAE-B2DE-2A87C88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7655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4. State is saved</a:t>
            </a:r>
          </a:p>
        </p:txBody>
      </p:sp>
      <p:sp>
        <p:nvSpPr>
          <p:cNvPr id="30" name="Live update">
            <a:extLst xmlns:a="http://schemas.openxmlformats.org/drawingml/2006/main">
              <a:ext uri="{FF2B5EF4-FFF2-40B4-BE49-F238E27FC236}">
                <a16:creationId xmlns:a16="http://schemas.microsoft.com/office/drawing/2014/main" id="{70188C66-631B-43EF-860A-B591EBA2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883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423F2-FC2C-4F0E-87FC-D5FA74F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86225"/>
            <a:ext cx="864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Live update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3C731-B4B3-4ED3-BBD7-EC4EB187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0075"/>
            <a:ext cx="8610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Socket.IO sends the accepted operation to the other editors in the document room.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2EE170-62D7-44EA-A00F-FAEFBF42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81575"/>
            <a:ext cx="883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 handles sign-in, document loading and version save / restore.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54B166-FB86-452C-92D0-EB6A882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972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server records accepted operations and writes the materialized text and CRDT state after a short debounce.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EAFD12-589D-4A67-A6AA-79FF16FE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578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restore creates new CRDT operations and a new version; older snapshots remain available.</a:t>
            </a:r>
          </a:p>
        </p:txBody>
      </p:sp>
    </p:spTree>
    <p:extLst>
      <p:ext uri="{BB962C8B-B14F-4D97-AF65-F5344CB8AC3E}">
        <p14:creationId xmlns:p14="http://schemas.microsoft.com/office/powerpoint/2010/main" val="1023610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7719D0-EE7E-4FFA-A3E2-4C17D3A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F0BAC-04DB-40D9-A7C7-C84DE4F9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867CB52-4DBF-4855-9872-2016237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C4D70-9B84-4629-9C8B-887606E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D9979-44C9-4DA9-A26F-88C56834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5D153-0A78-4214-B8A9-99DF2D9F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PostgreSQL keeps the project’s records connected with foreign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EB2C6-2C72-4252-A7EC-1153394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35465-78EA-4A1C-8DE3-01C2971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24657-37D2-4D69-B571-5382C675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049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Account identity and password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5C2E2-42DA-4370-BCCE-254BF30D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channels + channel_members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9D0D9-678B-431C-91DE-72D60FF9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spaces and each member’s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A8B29-E667-4815-955C-2345516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D97B9-3AC8-4B75-A4A9-CCC42CFF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9C4EF-9CC8-4C0C-B577-5E45786A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432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text, formatted content and CRDT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BC86E-405A-437A-A736-262FF61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document_operations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A0CB7-7CA3-49CD-A291-B52666B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Accepted insert / delete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3B01B-0CD9-4F35-AD65-394DB806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2A645-E98F-4614-BC53-D6389F4C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5D53E-F107-4A4C-999B-5563D32C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snapshots with author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D838D-4BFA-43E2-B04C-194DD4C6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invitations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D8AC4-CBF0-492C-8314-BC5357B3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0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Pending or completed channel invitations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E08B5-B6C1-4A92-A5E3-D2556E44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channel has many members and documents. A document has many operations and versions.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84466-9D5D-48DC-BB6A-23F5E18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schema uses unique constraints and indexes for memberships, operation IDs, document lists and version history.</a:t>
            </a:r>
          </a:p>
        </p:txBody>
      </p:sp>
    </p:spTree>
    <p:extLst>
      <p:ext uri="{BB962C8B-B14F-4D97-AF65-F5344CB8AC3E}">
        <p14:creationId xmlns:p14="http://schemas.microsoft.com/office/powerpoint/2010/main" val="1300797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783B373-9714-45D2-B70A-86B7ACDC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C302C-C2C3-4CF2-9067-577947A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simultaneous edits are reconciled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6796CCF-AE5D-429C-8325-313EC6D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A04CD-7643-41F9-AD96-7E56726D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284AF-4EF0-4504-921D-AF3D4ADA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5D20F-5FB6-419B-875F-2C5579A7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Each inserted character has an ID and a reference to the character before it. Deletes leave a tombstone.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34A83-E2D2-49CF-8A6C-64020EE1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Starting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2784D-770C-4369-8BCE-57708677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0636D-26EA-4EBF-B697-490EBDC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Two people insert after A at nearly the same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ADF36-92B3-4895-9654-28BE54C8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4933F-4FC5-4652-A960-3C398DD1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1: insert X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87A49-9459-4985-8462-B0BF73D1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145A5-8E58-493D-BA5C-F940E77F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2: insert Y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user2:1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EC068-D0C2-4447-B77A-E25DFF34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Both replicas receive both operations. The CRDT sorts concurrent siblings by operation ID, so delivery order does not decide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F2149-3261-4FA6-BF4B-46AA7B67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52D8E-EC19-48CF-B1C7-E9EAD6E6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E38DF-A60E-4970-91A2-8218D6EC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deleted character stays internally as a tombstone so later operations can still refer to its ID.</a:t>
            </a:r>
          </a:p>
        </p:txBody>
      </p:sp>
    </p:spTree>
    <p:extLst>
      <p:ext uri="{BB962C8B-B14F-4D97-AF65-F5344CB8AC3E}">
        <p14:creationId xmlns:p14="http://schemas.microsoft.com/office/powerpoint/2010/main" val="838283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4151921-3C48-4236-B236-FF008A22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C052C-3C75-403F-83D9-4F0C6E5B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user can do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69B54E33-F065-4FD9-9AD7-E6AF3A6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56706-0DBF-4D7C-B37F-BA11FA39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22E8-B250-4CB8-A566-AC240159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AEDEB-B2EB-4297-9BB7-A6C87AF6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CBED3-C3C5-4CFE-A285-7EF2B90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EE809-A509-4BE7-8D06-BD0F318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Create channels and shared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3D869-F90B-4B69-9775-834E77D9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14480-4958-4C54-ABEB-74DFE0E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See who is in a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D4DAB-25B4-4048-B2B0-C65BCCF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942EF-7B50-4EC2-89E3-3824087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live with other collaborators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8D75B-01B1-43C1-9F96-B315FEEE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35134-6133-4FA2-97BC-3473478E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B6F07-7D12-4A0B-8898-AE43A873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Assign admin, editor or viewer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5D90B-5CD8-46E4-A879-3C169419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58FEB-5A5C-4851-80A4-A557F45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permissions on the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3F610-87CB-4F63-AF60-D696704A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6DBFE-D55E-4FA1-B55A-A009C5E0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Invite and manage channel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3A86B-DEAB-4A26-B546-4C831EBE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BB9D0-7171-4883-9480-6DD1D9D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5E540-1688-4A6C-BEB0-10F7D6D6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Format text in the editor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23E8B-84BC-45F0-9D84-13E3D4DF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06FD2-87D7-4847-9899-78A9DAE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preview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2516C-F2DF-4AB6-8572-DEC1E7E1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10F4C-77A2-4FD7-827B-779C1530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Restore an earlier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0F5A8-C2D2-4326-B2AE-E9B6DDA4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9BB3B-C836-49CA-B71C-3A19D799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64CE2-FC33-4F5C-B125-B5406B85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Viewers can read; admins and editors can make changes. The server enforces the same rule for API and socket actions.</a:t>
            </a:r>
          </a:p>
        </p:txBody>
      </p:sp>
    </p:spTree>
    <p:extLst>
      <p:ext uri="{BB962C8B-B14F-4D97-AF65-F5344CB8AC3E}">
        <p14:creationId xmlns:p14="http://schemas.microsoft.com/office/powerpoint/2010/main" val="94209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38819BE-ABDE-4F57-AF0E-06822237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A46BE-EF76-4678-B67A-1FBFDE16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new, and how the method adapts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F7DD701-EA0B-44D9-BDA5-9137AC45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19A42-682D-4EBE-BE86-68225B2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392D8-72A2-4D22-94A1-0226F19A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73AD8-91EB-439D-9773-F664093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main contribution is the way the project combines document management with a custom, inspectable collaboration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7A1AE-0D9E-45A7-ACB6-4D8BD4F2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is new in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44156-E13D-4CF3-A9BA-98C0D2C1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8A0D3-1787-4CE0-BE28-5B61B2C2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Edits are represented as operations instead of replacing the whole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DDFC8-9C83-45E2-BD9F-5C0B2776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8E037-988B-4CC4-ADA6-EFD11B6F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CRDT logic is small enough to inspect and explain in a DBMS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C6938-5501-4E11-BA3B-5DB9B730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0EDFD-86A3-479A-9C63-0D0D2C6A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90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history and manual versions make changes easier to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C0CB8-57B6-47B5-BBB0-E19276E2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F5419-5A4E-4DE1-BD87-3611B60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How it adapts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09F51-444B-44C2-927A-08FD2DC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7DB85-6FC0-4E48-B039-4896CDCB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More collaborators join through document rooms and channel membership.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8D9DA-A88B-48D1-B793-BE599FA7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FD001-F41C-479F-AA7F-8979D74C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New document features can use the existing API, role checks and tables.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58A7C-8475-429A-9A4F-C5FCD187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290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B0381-EF88-45C0-ADF8-A6FBE1E7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71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changes can add tables or modules without changing the core edit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2851B-F10B-4415-89DE-D5AFD440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Current scope: one server keeps active CRDTs in memory; this project does not provide offline multi-server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171464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E256732-9988-4428-B8DE-E5EB48F9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4CDC0-DE89-432B-ABD6-3CDC75D4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 evaluation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9582D3B-9454-4C98-94B1-9E5A9208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16FD0-FD8B-4C59-B268-EFF326E0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1AB9C-3AF0-488A-BE47-1534CB1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36C3D-AEFF-46FD-8C8A-C48BC63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checked correctness at the operation level and build readiness at the application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0A0FA-40A9-4720-8117-E8992A50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0FE30-6EA7-455F-AD77-55C78938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E7A78-E898-4802-8330-126B50C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verifies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A9E7D-EC8D-44B7-88C2-CBCDCD0E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1DC82-C8AA-4F80-8BBA-015E099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72300-FE16-45D9-A091-8BD6F7E7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CRDT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29507-A857-4B75-AC57-032860FA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Insert, delete, duplicate IDs, pending dependencies, deterministic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DC66E-FEB8-42E4-9044-11B06486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13 tests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2788F-F62D-4387-BEEF-D0D5677F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21714-C375-400F-8A88-FC86BC73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compile the client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9AE12-848F-489E-8BD3-661AAD3C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 succeeds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A1BF8-7FBE-47B0-AFC4-C842270C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FC3CB-906B-4731-8A35-139ED87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Two-user manual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A8A83-D0F9-4CC3-B7C2-0195DA09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one document twice and compare final text after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08381-551F-4801-ABFA-0C258A21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for live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1B58F-CA0A-4819-A8F8-DC551709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Role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9B2C8-3236-41DA-9DE7-2EBBAF5D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 cannot edit; editor/admin can modify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9DC4BD-EB38-497F-8355-8A5CA0C5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910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in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D1A7A-7941-45AA-AB8F-5A92766D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These checks support the project’s functional claims. They are not a load test or a production reliability study.</a:t>
            </a:r>
          </a:p>
        </p:txBody>
      </p:sp>
    </p:spTree>
    <p:extLst>
      <p:ext uri="{BB962C8B-B14F-4D97-AF65-F5344CB8AC3E}">
        <p14:creationId xmlns:p14="http://schemas.microsoft.com/office/powerpoint/2010/main" val="979616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53936A-4310-47FA-8FEA-8448208F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546E8-66F1-4BEA-8E7F-30C6E110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Utility to users and society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1043F99-8C47-4378-82EC-9EF3F2C6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B1118-9282-46BE-B382-25189F99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CC28D-579C-429A-9C4D-1B392E7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05D2E-5969-484B-8577-4EA9A2A7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Practical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9BC6E-FE3A-49ED-8680-94BB7237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team can draft and review one shared document without sending files back and forth.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4455F-DC05-4012-94D7-84EC18D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Learning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E3191-122C-4BFA-9D8F-6246DDB8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Students can inspect how relational data, permissions, live events and conflict handling fit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1AFCF-AD71-41C9-BAEB-793FEC8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76375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81D75-3865-4CE7-99D2-C8B4C70B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Sustainable development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68E9-9AEC-4BA5-8360-042292C9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CECA5-59E7-4202-8636-FF00E00C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system uses open source tools and a small database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0B1BC-A714-4621-8713-8F114769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0DDAC-62BE-426B-AE4F-D60D07B1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modular API leaves room for comments, offline support or more document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0C260-3F44-45DF-A158-81667DAA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Limits to explain honestly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D4C80-0438-47A8-9AE9-CBEF73A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0DFAB-459D-4CB5-AFEE-8F8BD70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is educational and runs on one application server.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65510-437F-4DAB-86C7-F1875C6A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A68EF-3D1A-4188-B145-2E56463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815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originality panel checks against a bundled local corpus; it is not web wide plagiarism detection.</a:t>
            </a:r>
          </a:p>
        </p:txBody>
      </p:sp>
    </p:spTree>
    <p:extLst>
      <p:ext uri="{BB962C8B-B14F-4D97-AF65-F5344CB8AC3E}">
        <p14:creationId xmlns:p14="http://schemas.microsoft.com/office/powerpoint/2010/main" val="1620857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919613D-4E04-4578-92A0-EEA99282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230F7-AFD8-4FDB-91F3-A527665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Dissemination and presentation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F1A5959-01BC-47C6-B443-32F5D300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AB5BC-FB32-4929-8C0D-2198D1A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180E-F2AD-49ED-9C1C-6C59869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F8A7A-D42A-4C34-9F98-C20EA264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system is easiest to explain by following one edit from the browser to another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315DF-22C4-4931-B573-DD5B5851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7FC24-9190-4D92-9A74-3D85494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E9B13-AE6F-4D76-8419-6921614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account access and channel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CFCB5-46DC-4139-8DD4-4E1793E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3A32E-00FE-4795-B176-D31F9FA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5DEA8-CB32-4364-8A99-7E69B4F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a 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EDB95-981E-436A-BCC0-457FF8CE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editor and saved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28350-8594-4BB2-87E6-9DC895D8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F1AA8-6EE8-444F-8A14-B346478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E05C9-B784-4F39-8C75-8E5B360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in two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BB795-E1F2-4AF1-8F88-F9FF2D9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Watch the second view receive the operation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CCF3F-E430-463B-84FE-A261825B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6982D-7E4E-45F3-91B3-A82C777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35B8D-BD8B-4705-BF2C-8FB74ABE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08B5D-CBFC-4F5D-BFE2-6770F770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24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Preview an older version, then restore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DEC7F-26EE-46D1-81D0-2255447F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For accessibility, use a clear spoken sequence, readable text and a live demonstration with prepared accounts and documents.</a:t>
            </a:r>
          </a:p>
        </p:txBody>
      </p:sp>
    </p:spTree>
    <p:extLst>
      <p:ext uri="{BB962C8B-B14F-4D97-AF65-F5344CB8AC3E}">
        <p14:creationId xmlns:p14="http://schemas.microsoft.com/office/powerpoint/2010/main" val="542997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8E0A037-12AC-4632-94F3-8AA6848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A6EBA-C901-4291-9923-9B3781DA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673A2A24-8679-4368-AE6C-16001006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02366-D7AF-442B-A430-5A62FC8F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4912F-0AB2-4E3B-9E49-139399FA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48BE4-6C9D-4C8F-B2A4-7579FDE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project demonstrates a complete path from a user’s edit to a shared, stored document.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9B69A-CDDA-4AB3-9C23-0F942959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30F4E-4479-4F1E-9533-8652B33A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server checks who can edit before it accepts live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3F0D3-276D-4B4C-B5EC-D0EEFD34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57093-022B-4571-B6AC-89CCE2B5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gives replicas a deterministic way to converge.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815C5-AEC6-4109-A36A-C9E79143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70316-A941-47F7-A433-144ADB1E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the document state and its history for later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4E21C-1286-467B-BBF8-40904969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result is a working educational system that makes its database and collaboration choices visible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1508969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2026-10-09T06:58:09.6760000Z</dcterms:created>
  <dcterms:modified xsi:type="dcterms:W3CDTF">2026-10-09T06:58:09.6760000Z</dcterms:modified>
</coreProperties>
</file>